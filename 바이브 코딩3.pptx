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ldMasterIdLst>
    <p:sldMasterId id="2147483700" r:id="rId1"/>
  </p:sldMasterIdLst>
  <p:notesMasterIdLst>
    <p:notesMasterId r:id="rId2"/>
  </p:notesMasterIdLst>
  <p:sldIdLst>
    <p:sldId id="257" r:id="rId3"/>
    <p:sldId id="276" r:id="rId4"/>
    <p:sldId id="317" r:id="rId5"/>
    <p:sldId id="323" r:id="rId6"/>
    <p:sldId id="314" r:id="rId7"/>
    <p:sldId id="319" r:id="rId8"/>
    <p:sldId id="315" r:id="rId9"/>
    <p:sldId id="320" r:id="rId10"/>
    <p:sldId id="321" r:id="rId11"/>
    <p:sldId id="322" r:id="rId12"/>
    <p:sldId id="324" r:id="rId13"/>
    <p:sldId id="327" r:id="rId14"/>
    <p:sldId id="328" r:id="rId15"/>
    <p:sldId id="329" r:id="rId16"/>
    <p:sldId id="316" r:id="rId17"/>
    <p:sldId id="330" r:id="rId18"/>
    <p:sldId id="331" r:id="rId19"/>
    <p:sldId id="332" r:id="rId20"/>
    <p:sldId id="333" r:id="rId21"/>
    <p:sldId id="325" r:id="rId22"/>
    <p:sldId id="326" r:id="rId23"/>
    <p:sldId id="335" r:id="rId24"/>
    <p:sldId id="334" r:id="rId25"/>
    <p:sldId id="336" r:id="rId26"/>
    <p:sldId id="337" r:id="rId27"/>
    <p:sldId id="281" r:id="rId28"/>
    <p:sldId id="285" r:id="rId29"/>
    <p:sldId id="286" r:id="rId30"/>
    <p:sldId id="287" r:id="rId31"/>
    <p:sldId id="288" r:id="rId32"/>
    <p:sldId id="290" r:id="rId33"/>
    <p:sldId id="291" r:id="rId34"/>
    <p:sldId id="292" r:id="rId35"/>
    <p:sldId id="293" r:id="rId36"/>
    <p:sldId id="294" r:id="rId37"/>
    <p:sldId id="295" r:id="rId38"/>
    <p:sldId id="296" r:id="rId39"/>
    <p:sldId id="297" r:id="rId40"/>
    <p:sldId id="301" r:id="rId41"/>
    <p:sldId id="302" r:id="rId42"/>
    <p:sldId id="338" r:id="rId43"/>
    <p:sldId id="280" r:id="rId44"/>
    <p:sldId id="340" r:id="rId45"/>
    <p:sldId id="341" r:id="rId46"/>
    <p:sldId id="339" r:id="rId47"/>
    <p:sldId id="277" r:id="rId48"/>
    <p:sldId id="279" r:id="rId49"/>
    <p:sldId id="278" r:id="rId5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prnPr scaleToFitPaper="1"/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 snapVertSplitter="1">
    <p:restoredLeft sz="12579"/>
    <p:restoredTop sz="90000"/>
  </p:normalViewPr>
  <p:slideViewPr>
    <p:cSldViewPr snapToGrid="0" snapToObjects="1">
      <p:cViewPr varScale="1">
        <p:scale>
          <a:sx n="100" d="100"/>
          <a:sy n="100" d="100"/>
        </p:scale>
        <p:origin x="0" y="0"/>
      </p:cViewPr>
      <p:guideLst>
        <p:guide orient="horz" pos="2157"/>
        <p:guide pos="383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9" cy="72009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8.xml"  /><Relationship Id="rId11" Type="http://schemas.openxmlformats.org/officeDocument/2006/relationships/slide" Target="slides/slide9.xml"  /><Relationship Id="rId12" Type="http://schemas.openxmlformats.org/officeDocument/2006/relationships/slide" Target="slides/slide10.xml"  /><Relationship Id="rId13" Type="http://schemas.openxmlformats.org/officeDocument/2006/relationships/slide" Target="slides/slide11.xml"  /><Relationship Id="rId14" Type="http://schemas.openxmlformats.org/officeDocument/2006/relationships/slide" Target="slides/slide12.xml"  /><Relationship Id="rId15" Type="http://schemas.openxmlformats.org/officeDocument/2006/relationships/slide" Target="slides/slide13.xml"  /><Relationship Id="rId16" Type="http://schemas.openxmlformats.org/officeDocument/2006/relationships/slide" Target="slides/slide14.xml"  /><Relationship Id="rId17" Type="http://schemas.openxmlformats.org/officeDocument/2006/relationships/slide" Target="slides/slide15.xml"  /><Relationship Id="rId18" Type="http://schemas.openxmlformats.org/officeDocument/2006/relationships/slide" Target="slides/slide16.xml"  /><Relationship Id="rId19" Type="http://schemas.openxmlformats.org/officeDocument/2006/relationships/slide" Target="slides/slide17.xml"  /><Relationship Id="rId2" Type="http://schemas.openxmlformats.org/officeDocument/2006/relationships/notesMaster" Target="notesMasters/notesMaster1.xml"  /><Relationship Id="rId20" Type="http://schemas.openxmlformats.org/officeDocument/2006/relationships/slide" Target="slides/slide18.xml"  /><Relationship Id="rId21" Type="http://schemas.openxmlformats.org/officeDocument/2006/relationships/slide" Target="slides/slide19.xml"  /><Relationship Id="rId22" Type="http://schemas.openxmlformats.org/officeDocument/2006/relationships/slide" Target="slides/slide20.xml"  /><Relationship Id="rId23" Type="http://schemas.openxmlformats.org/officeDocument/2006/relationships/slide" Target="slides/slide21.xml"  /><Relationship Id="rId24" Type="http://schemas.openxmlformats.org/officeDocument/2006/relationships/slide" Target="slides/slide22.xml"  /><Relationship Id="rId25" Type="http://schemas.openxmlformats.org/officeDocument/2006/relationships/slide" Target="slides/slide23.xml"  /><Relationship Id="rId26" Type="http://schemas.openxmlformats.org/officeDocument/2006/relationships/slide" Target="slides/slide24.xml"  /><Relationship Id="rId27" Type="http://schemas.openxmlformats.org/officeDocument/2006/relationships/slide" Target="slides/slide25.xml"  /><Relationship Id="rId28" Type="http://schemas.openxmlformats.org/officeDocument/2006/relationships/slide" Target="slides/slide26.xml"  /><Relationship Id="rId29" Type="http://schemas.openxmlformats.org/officeDocument/2006/relationships/slide" Target="slides/slide27.xml"  /><Relationship Id="rId3" Type="http://schemas.openxmlformats.org/officeDocument/2006/relationships/slide" Target="slides/slide1.xml"  /><Relationship Id="rId30" Type="http://schemas.openxmlformats.org/officeDocument/2006/relationships/slide" Target="slides/slide28.xml"  /><Relationship Id="rId31" Type="http://schemas.openxmlformats.org/officeDocument/2006/relationships/slide" Target="slides/slide29.xml"  /><Relationship Id="rId32" Type="http://schemas.openxmlformats.org/officeDocument/2006/relationships/slide" Target="slides/slide30.xml"  /><Relationship Id="rId33" Type="http://schemas.openxmlformats.org/officeDocument/2006/relationships/slide" Target="slides/slide31.xml"  /><Relationship Id="rId34" Type="http://schemas.openxmlformats.org/officeDocument/2006/relationships/slide" Target="slides/slide32.xml"  /><Relationship Id="rId35" Type="http://schemas.openxmlformats.org/officeDocument/2006/relationships/slide" Target="slides/slide33.xml"  /><Relationship Id="rId36" Type="http://schemas.openxmlformats.org/officeDocument/2006/relationships/slide" Target="slides/slide34.xml"  /><Relationship Id="rId37" Type="http://schemas.openxmlformats.org/officeDocument/2006/relationships/slide" Target="slides/slide35.xml"  /><Relationship Id="rId38" Type="http://schemas.openxmlformats.org/officeDocument/2006/relationships/slide" Target="slides/slide36.xml"  /><Relationship Id="rId39" Type="http://schemas.openxmlformats.org/officeDocument/2006/relationships/slide" Target="slides/slide37.xml"  /><Relationship Id="rId4" Type="http://schemas.openxmlformats.org/officeDocument/2006/relationships/slide" Target="slides/slide2.xml"  /><Relationship Id="rId40" Type="http://schemas.openxmlformats.org/officeDocument/2006/relationships/slide" Target="slides/slide38.xml"  /><Relationship Id="rId41" Type="http://schemas.openxmlformats.org/officeDocument/2006/relationships/slide" Target="slides/slide39.xml"  /><Relationship Id="rId42" Type="http://schemas.openxmlformats.org/officeDocument/2006/relationships/slide" Target="slides/slide40.xml"  /><Relationship Id="rId43" Type="http://schemas.openxmlformats.org/officeDocument/2006/relationships/slide" Target="slides/slide41.xml"  /><Relationship Id="rId44" Type="http://schemas.openxmlformats.org/officeDocument/2006/relationships/slide" Target="slides/slide42.xml"  /><Relationship Id="rId45" Type="http://schemas.openxmlformats.org/officeDocument/2006/relationships/slide" Target="slides/slide43.xml"  /><Relationship Id="rId46" Type="http://schemas.openxmlformats.org/officeDocument/2006/relationships/slide" Target="slides/slide44.xml"  /><Relationship Id="rId47" Type="http://schemas.openxmlformats.org/officeDocument/2006/relationships/slide" Target="slides/slide45.xml"  /><Relationship Id="rId48" Type="http://schemas.openxmlformats.org/officeDocument/2006/relationships/slide" Target="slides/slide46.xml"  /><Relationship Id="rId49" Type="http://schemas.openxmlformats.org/officeDocument/2006/relationships/slide" Target="slides/slide47.xml"  /><Relationship Id="rId5" Type="http://schemas.openxmlformats.org/officeDocument/2006/relationships/slide" Target="slides/slide3.xml"  /><Relationship Id="rId50" Type="http://schemas.openxmlformats.org/officeDocument/2006/relationships/slide" Target="slides/slide48.xml"  /><Relationship Id="rId51" Type="http://schemas.openxmlformats.org/officeDocument/2006/relationships/presProps" Target="presProps.xml"  /><Relationship Id="rId52" Type="http://schemas.openxmlformats.org/officeDocument/2006/relationships/viewProps" Target="viewProps.xml"  /><Relationship Id="rId53" Type="http://schemas.openxmlformats.org/officeDocument/2006/relationships/theme" Target="theme/theme1.xml"  /><Relationship Id="rId54" Type="http://schemas.openxmlformats.org/officeDocument/2006/relationships/tableStyles" Target="tableStyles.xml"  /><Relationship Id="rId6" Type="http://schemas.openxmlformats.org/officeDocument/2006/relationships/slide" Target="slides/slide4.xml"  /><Relationship Id="rId7" Type="http://schemas.openxmlformats.org/officeDocument/2006/relationships/slide" Target="slides/slide5.xml"  /><Relationship Id="rId8" Type="http://schemas.openxmlformats.org/officeDocument/2006/relationships/slide" Target="slides/slide6.xml"  /><Relationship Id="rId9" Type="http://schemas.openxmlformats.org/officeDocument/2006/relationships/slide" Target="slides/slide7.xml"  /></Relationships>
</file>

<file path=ppt/notesMasters/_rels/notes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2.xml"  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말 개체 틀 1"/>
          <p:cNvSpPr>
            <a:spLocks noGrp="1"/>
          </p:cNvSpPr>
          <p:nvPr>
            <p:ph type="hdr" sz="quarter" idx="0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lvl="0"/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lvl="0"/>
            <a:fld id="{E2B2BC9D-A816-4D0A-858B-1D023B3A8ACA}" type="datetime1">
              <a:rPr lang="ko-KR" altLang="en-US" smtClean="0"/>
              <a:pPr/>
              <a:t>2009-03-26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둘째 수준</a:t>
            </a:r>
            <a:endParaRPr lang="ko-KR" altLang="en-US"/>
          </a:p>
          <a:p>
            <a:pPr lvl="2">
              <a:defRPr/>
            </a:pPr>
            <a:r>
              <a:rPr lang="ko-KR" altLang="en-US"/>
              <a:t>셋째 수준</a:t>
            </a:r>
            <a:endParaRPr lang="ko-KR" altLang="en-US"/>
          </a:p>
          <a:p>
            <a:pPr lvl="3">
              <a:defRPr/>
            </a:pPr>
            <a:r>
              <a:rPr lang="ko-KR" altLang="en-US"/>
              <a:t>넷째 수준</a:t>
            </a:r>
            <a:endParaRPr lang="ko-KR" altLang="en-US"/>
          </a:p>
          <a:p>
            <a:pPr lvl="4">
              <a:defRPr/>
            </a:pPr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lvl="0"/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lvl="0"/>
            <a:fld id="{09F4262C-968C-4EE9-8164-CE16364706B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748125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9pPr>
  </p:notesStyle>
</p:notesMaster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1" matchingName="제목 슬라이드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"/>
          <p:cNvGrpSpPr/>
          <p:nvPr/>
        </p:nvGrpSpPr>
        <p:grpSpPr>
          <a:xfrm rot="0">
            <a:off x="-29029" y="0"/>
            <a:ext cx="12221029" cy="6943724"/>
            <a:chOff x="-21772" y="0"/>
            <a:chExt cx="9165772" cy="6943724"/>
          </a:xfrm>
        </p:grpSpPr>
        <p:sp>
          <p:nvSpPr>
            <p:cNvPr id="8" name=""/>
            <p:cNvSpPr>
              <a:spLocks noEditPoints="1"/>
            </p:cNvSpPr>
            <p:nvPr/>
          </p:nvSpPr>
          <p:spPr>
            <a:xfrm>
              <a:off x="2514600" y="2133600"/>
              <a:ext cx="6629400" cy="4724400"/>
            </a:xfrm>
            <a:custGeom>
              <a:avLst/>
              <a:gdLst/>
              <a:cxnLst>
                <a:cxn ang="0">
                  <a:pos x="0" y="3946"/>
                </a:cxn>
                <a:cxn ang="0">
                  <a:pos x="56" y="3948"/>
                </a:cxn>
                <a:cxn ang="0">
                  <a:pos x="126" y="3946"/>
                </a:cxn>
                <a:cxn ang="0">
                  <a:pos x="4656" y="0"/>
                </a:cxn>
                <a:cxn ang="0">
                  <a:pos x="4582" y="334"/>
                </a:cxn>
                <a:cxn ang="0">
                  <a:pos x="4496" y="648"/>
                </a:cxn>
                <a:cxn ang="0">
                  <a:pos x="4396" y="942"/>
                </a:cxn>
                <a:cxn ang="0">
                  <a:pos x="4286" y="1220"/>
                </a:cxn>
                <a:cxn ang="0">
                  <a:pos x="4164" y="1480"/>
                </a:cxn>
                <a:cxn ang="0">
                  <a:pos x="4034" y="1722"/>
                </a:cxn>
                <a:cxn ang="0">
                  <a:pos x="3894" y="1948"/>
                </a:cxn>
                <a:cxn ang="0">
                  <a:pos x="3744" y="2158"/>
                </a:cxn>
                <a:cxn ang="0">
                  <a:pos x="3590" y="2354"/>
                </a:cxn>
                <a:cxn ang="0">
                  <a:pos x="3428" y="2534"/>
                </a:cxn>
                <a:cxn ang="0">
                  <a:pos x="3260" y="2700"/>
                </a:cxn>
                <a:cxn ang="0">
                  <a:pos x="3090" y="2852"/>
                </a:cxn>
                <a:cxn ang="0">
                  <a:pos x="2914" y="2992"/>
                </a:cxn>
                <a:cxn ang="0">
                  <a:pos x="2738" y="3120"/>
                </a:cxn>
                <a:cxn ang="0">
                  <a:pos x="2558" y="3236"/>
                </a:cxn>
                <a:cxn ang="0">
                  <a:pos x="2378" y="3340"/>
                </a:cxn>
                <a:cxn ang="0">
                  <a:pos x="2198" y="3432"/>
                </a:cxn>
                <a:cxn ang="0">
                  <a:pos x="2020" y="3516"/>
                </a:cxn>
                <a:cxn ang="0">
                  <a:pos x="1842" y="3590"/>
                </a:cxn>
                <a:cxn ang="0">
                  <a:pos x="1668" y="3656"/>
                </a:cxn>
                <a:cxn ang="0">
                  <a:pos x="1498" y="3712"/>
                </a:cxn>
                <a:cxn ang="0">
                  <a:pos x="1332" y="3760"/>
                </a:cxn>
                <a:cxn ang="0">
                  <a:pos x="1172" y="3802"/>
                </a:cxn>
                <a:cxn ang="0">
                  <a:pos x="1018" y="3838"/>
                </a:cxn>
                <a:cxn ang="0">
                  <a:pos x="734" y="3890"/>
                </a:cxn>
                <a:cxn ang="0">
                  <a:pos x="486" y="3922"/>
                </a:cxn>
                <a:cxn ang="0">
                  <a:pos x="280" y="3940"/>
                </a:cxn>
                <a:cxn ang="0">
                  <a:pos x="126" y="3946"/>
                </a:cxn>
                <a:cxn ang="0">
                  <a:pos x="4656" y="0"/>
                </a:cxn>
              </a:cxnLst>
              <a:rect l="0" t="0" r="r" b="b"/>
              <a:pathLst>
                <a:path w="4656" h="3948">
                  <a:moveTo>
                    <a:pt x="126" y="3946"/>
                  </a:moveTo>
                  <a:lnTo>
                    <a:pt x="0" y="3946"/>
                  </a:lnTo>
                  <a:lnTo>
                    <a:pt x="0" y="3946"/>
                  </a:lnTo>
                  <a:lnTo>
                    <a:pt x="56" y="3948"/>
                  </a:lnTo>
                  <a:lnTo>
                    <a:pt x="56" y="3948"/>
                  </a:lnTo>
                  <a:lnTo>
                    <a:pt x="126" y="3946"/>
                  </a:lnTo>
                  <a:moveTo>
                    <a:pt x="4656" y="0"/>
                  </a:moveTo>
                  <a:lnTo>
                    <a:pt x="4656" y="0"/>
                  </a:lnTo>
                  <a:lnTo>
                    <a:pt x="4620" y="170"/>
                  </a:lnTo>
                  <a:lnTo>
                    <a:pt x="4582" y="334"/>
                  </a:lnTo>
                  <a:lnTo>
                    <a:pt x="4540" y="494"/>
                  </a:lnTo>
                  <a:lnTo>
                    <a:pt x="4496" y="648"/>
                  </a:lnTo>
                  <a:lnTo>
                    <a:pt x="4448" y="798"/>
                  </a:lnTo>
                  <a:lnTo>
                    <a:pt x="4396" y="942"/>
                  </a:lnTo>
                  <a:lnTo>
                    <a:pt x="4342" y="1084"/>
                  </a:lnTo>
                  <a:lnTo>
                    <a:pt x="4286" y="1220"/>
                  </a:lnTo>
                  <a:lnTo>
                    <a:pt x="4226" y="1352"/>
                  </a:lnTo>
                  <a:lnTo>
                    <a:pt x="4164" y="1480"/>
                  </a:lnTo>
                  <a:lnTo>
                    <a:pt x="4100" y="1602"/>
                  </a:lnTo>
                  <a:lnTo>
                    <a:pt x="4034" y="1722"/>
                  </a:lnTo>
                  <a:lnTo>
                    <a:pt x="3964" y="1836"/>
                  </a:lnTo>
                  <a:lnTo>
                    <a:pt x="3894" y="1948"/>
                  </a:lnTo>
                  <a:lnTo>
                    <a:pt x="3820" y="2056"/>
                  </a:lnTo>
                  <a:lnTo>
                    <a:pt x="3744" y="2158"/>
                  </a:lnTo>
                  <a:lnTo>
                    <a:pt x="3668" y="2258"/>
                  </a:lnTo>
                  <a:lnTo>
                    <a:pt x="3590" y="2354"/>
                  </a:lnTo>
                  <a:lnTo>
                    <a:pt x="3510" y="2446"/>
                  </a:lnTo>
                  <a:lnTo>
                    <a:pt x="3428" y="2534"/>
                  </a:lnTo>
                  <a:lnTo>
                    <a:pt x="3344" y="2618"/>
                  </a:lnTo>
                  <a:lnTo>
                    <a:pt x="3260" y="2700"/>
                  </a:lnTo>
                  <a:lnTo>
                    <a:pt x="3176" y="2778"/>
                  </a:lnTo>
                  <a:lnTo>
                    <a:pt x="3090" y="2852"/>
                  </a:lnTo>
                  <a:lnTo>
                    <a:pt x="3002" y="2924"/>
                  </a:lnTo>
                  <a:lnTo>
                    <a:pt x="2914" y="2992"/>
                  </a:lnTo>
                  <a:lnTo>
                    <a:pt x="2826" y="3058"/>
                  </a:lnTo>
                  <a:lnTo>
                    <a:pt x="2738" y="3120"/>
                  </a:lnTo>
                  <a:lnTo>
                    <a:pt x="2648" y="3178"/>
                  </a:lnTo>
                  <a:lnTo>
                    <a:pt x="2558" y="3236"/>
                  </a:lnTo>
                  <a:lnTo>
                    <a:pt x="2468" y="3288"/>
                  </a:lnTo>
                  <a:lnTo>
                    <a:pt x="2378" y="3340"/>
                  </a:lnTo>
                  <a:lnTo>
                    <a:pt x="2288" y="3388"/>
                  </a:lnTo>
                  <a:lnTo>
                    <a:pt x="2198" y="3432"/>
                  </a:lnTo>
                  <a:lnTo>
                    <a:pt x="2108" y="3476"/>
                  </a:lnTo>
                  <a:lnTo>
                    <a:pt x="2020" y="3516"/>
                  </a:lnTo>
                  <a:lnTo>
                    <a:pt x="1930" y="3554"/>
                  </a:lnTo>
                  <a:lnTo>
                    <a:pt x="1842" y="3590"/>
                  </a:lnTo>
                  <a:lnTo>
                    <a:pt x="1756" y="3624"/>
                  </a:lnTo>
                  <a:lnTo>
                    <a:pt x="1668" y="3656"/>
                  </a:lnTo>
                  <a:lnTo>
                    <a:pt x="1582" y="3684"/>
                  </a:lnTo>
                  <a:lnTo>
                    <a:pt x="1498" y="3712"/>
                  </a:lnTo>
                  <a:lnTo>
                    <a:pt x="1414" y="3738"/>
                  </a:lnTo>
                  <a:lnTo>
                    <a:pt x="1332" y="3760"/>
                  </a:lnTo>
                  <a:lnTo>
                    <a:pt x="1252" y="3782"/>
                  </a:lnTo>
                  <a:lnTo>
                    <a:pt x="1172" y="3802"/>
                  </a:lnTo>
                  <a:lnTo>
                    <a:pt x="1094" y="3820"/>
                  </a:lnTo>
                  <a:lnTo>
                    <a:pt x="1018" y="3838"/>
                  </a:lnTo>
                  <a:lnTo>
                    <a:pt x="872" y="3866"/>
                  </a:lnTo>
                  <a:lnTo>
                    <a:pt x="734" y="3890"/>
                  </a:lnTo>
                  <a:lnTo>
                    <a:pt x="604" y="3908"/>
                  </a:lnTo>
                  <a:lnTo>
                    <a:pt x="486" y="3922"/>
                  </a:lnTo>
                  <a:lnTo>
                    <a:pt x="378" y="3932"/>
                  </a:lnTo>
                  <a:lnTo>
                    <a:pt x="280" y="3940"/>
                  </a:lnTo>
                  <a:lnTo>
                    <a:pt x="196" y="3944"/>
                  </a:lnTo>
                  <a:lnTo>
                    <a:pt x="126" y="3946"/>
                  </a:lnTo>
                  <a:lnTo>
                    <a:pt x="4656" y="3940"/>
                  </a:lnTo>
                  <a:lnTo>
                    <a:pt x="4656" y="0"/>
                  </a:lnTo>
                </a:path>
              </a:pathLst>
            </a:custGeom>
            <a:solidFill>
              <a:schemeClr val="accent1">
                <a:lumMod val="75000"/>
                <a:alpha val="14000"/>
              </a:schemeClr>
            </a:solidFill>
            <a:ln w="9525">
              <a:noFill/>
              <a:round/>
            </a:ln>
            <a:effectLst>
              <a:outerShdw blurRad="50800" dist="38100" dir="13500000" algn="br" rotWithShape="0">
                <a:prstClr val="black">
                  <a:alpha val="40000"/>
                </a:prstClr>
              </a:outerShdw>
            </a:effectLst>
          </p:spPr>
          <p:txBody>
            <a:bodyPr anchor="ctr"/>
            <a:p>
              <a:pPr lvl="0" algn="ctr">
                <a:defRPr lang="ko-KR" altLang="en-US"/>
              </a:pPr>
              <a:endParaRPr lang="en-US" altLang="ko-KR"/>
            </a:p>
          </p:txBody>
        </p:sp>
        <p:sp>
          <p:nvSpPr>
            <p:cNvPr id="9" name=""/>
            <p:cNvSpPr/>
            <p:nvPr/>
          </p:nvSpPr>
          <p:spPr>
            <a:xfrm>
              <a:off x="5791200" y="2434284"/>
              <a:ext cx="3350686" cy="4436416"/>
            </a:xfrm>
            <a:custGeom>
              <a:avLst/>
              <a:gdLst/>
              <a:cxnLst>
                <a:cxn ang="0">
                  <a:pos x="2818" y="0"/>
                </a:cxn>
                <a:cxn ang="0">
                  <a:pos x="2818" y="0"/>
                </a:cxn>
                <a:cxn ang="0">
                  <a:pos x="2812" y="88"/>
                </a:cxn>
                <a:cxn ang="0">
                  <a:pos x="2804" y="176"/>
                </a:cxn>
                <a:cxn ang="0">
                  <a:pos x="2797" y="263"/>
                </a:cxn>
                <a:cxn ang="0">
                  <a:pos x="2788" y="348"/>
                </a:cxn>
                <a:cxn ang="0">
                  <a:pos x="2779" y="431"/>
                </a:cxn>
                <a:cxn ang="0">
                  <a:pos x="2768" y="515"/>
                </a:cxn>
                <a:cxn ang="0">
                  <a:pos x="2745" y="676"/>
                </a:cxn>
                <a:cxn ang="0">
                  <a:pos x="2719" y="834"/>
                </a:cxn>
                <a:cxn ang="0">
                  <a:pos x="2690" y="987"/>
                </a:cxn>
                <a:cxn ang="0">
                  <a:pos x="2658" y="1135"/>
                </a:cxn>
                <a:cxn ang="0">
                  <a:pos x="2624" y="1279"/>
                </a:cxn>
                <a:cxn ang="0">
                  <a:pos x="2587" y="1419"/>
                </a:cxn>
                <a:cxn ang="0">
                  <a:pos x="2549" y="1555"/>
                </a:cxn>
                <a:cxn ang="0">
                  <a:pos x="2508" y="1686"/>
                </a:cxn>
                <a:cxn ang="0">
                  <a:pos x="2464" y="1814"/>
                </a:cxn>
                <a:cxn ang="0">
                  <a:pos x="2418" y="1937"/>
                </a:cxn>
                <a:cxn ang="0">
                  <a:pos x="2371" y="2055"/>
                </a:cxn>
                <a:cxn ang="0">
                  <a:pos x="2321" y="2171"/>
                </a:cxn>
                <a:cxn ang="0">
                  <a:pos x="2271" y="2282"/>
                </a:cxn>
                <a:cxn ang="0">
                  <a:pos x="2218" y="2389"/>
                </a:cxn>
                <a:cxn ang="0">
                  <a:pos x="2165" y="2494"/>
                </a:cxn>
                <a:cxn ang="0">
                  <a:pos x="2109" y="2593"/>
                </a:cxn>
                <a:cxn ang="0">
                  <a:pos x="2052" y="2690"/>
                </a:cxn>
                <a:cxn ang="0">
                  <a:pos x="1995" y="2783"/>
                </a:cxn>
                <a:cxn ang="0">
                  <a:pos x="1935" y="2872"/>
                </a:cxn>
                <a:cxn ang="0">
                  <a:pos x="1876" y="2959"/>
                </a:cxn>
                <a:cxn ang="0">
                  <a:pos x="1815" y="3041"/>
                </a:cxn>
                <a:cxn ang="0">
                  <a:pos x="1753" y="3120"/>
                </a:cxn>
                <a:cxn ang="0">
                  <a:pos x="1692" y="3196"/>
                </a:cxn>
                <a:cxn ang="0">
                  <a:pos x="1630" y="3269"/>
                </a:cxn>
                <a:cxn ang="0">
                  <a:pos x="1566" y="3339"/>
                </a:cxn>
                <a:cxn ang="0">
                  <a:pos x="1504" y="3406"/>
                </a:cxn>
                <a:cxn ang="0">
                  <a:pos x="1440" y="3469"/>
                </a:cxn>
                <a:cxn ang="0">
                  <a:pos x="1378" y="3530"/>
                </a:cxn>
                <a:cxn ang="0">
                  <a:pos x="1314" y="3588"/>
                </a:cxn>
                <a:cxn ang="0">
                  <a:pos x="1252" y="3644"/>
                </a:cxn>
                <a:cxn ang="0">
                  <a:pos x="1188" y="3696"/>
                </a:cxn>
                <a:cxn ang="0">
                  <a:pos x="1126" y="3746"/>
                </a:cxn>
                <a:cxn ang="0">
                  <a:pos x="1065" y="3793"/>
                </a:cxn>
                <a:cxn ang="0">
                  <a:pos x="1003" y="3838"/>
                </a:cxn>
                <a:cxn ang="0">
                  <a:pos x="943" y="3879"/>
                </a:cxn>
                <a:cxn ang="0">
                  <a:pos x="883" y="3921"/>
                </a:cxn>
                <a:cxn ang="0">
                  <a:pos x="825" y="3957"/>
                </a:cxn>
                <a:cxn ang="0">
                  <a:pos x="767" y="3993"/>
                </a:cxn>
                <a:cxn ang="0">
                  <a:pos x="711" y="4025"/>
                </a:cxn>
                <a:cxn ang="0">
                  <a:pos x="656" y="4057"/>
                </a:cxn>
                <a:cxn ang="0">
                  <a:pos x="603" y="4085"/>
                </a:cxn>
                <a:cxn ang="0">
                  <a:pos x="550" y="4112"/>
                </a:cxn>
                <a:cxn ang="0">
                  <a:pos x="500" y="4136"/>
                </a:cxn>
                <a:cxn ang="0">
                  <a:pos x="451" y="4159"/>
                </a:cxn>
                <a:cxn ang="0">
                  <a:pos x="404" y="4180"/>
                </a:cxn>
                <a:cxn ang="0">
                  <a:pos x="317" y="4217"/>
                </a:cxn>
                <a:cxn ang="0">
                  <a:pos x="239" y="4247"/>
                </a:cxn>
                <a:cxn ang="0">
                  <a:pos x="169" y="4271"/>
                </a:cxn>
                <a:cxn ang="0">
                  <a:pos x="111" y="4291"/>
                </a:cxn>
                <a:cxn ang="0">
                  <a:pos x="64" y="4305"/>
                </a:cxn>
                <a:cxn ang="0">
                  <a:pos x="29" y="4314"/>
                </a:cxn>
                <a:cxn ang="0">
                  <a:pos x="0" y="4320"/>
                </a:cxn>
                <a:cxn ang="0">
                  <a:pos x="2818" y="4314"/>
                </a:cxn>
                <a:cxn ang="0">
                  <a:pos x="2818" y="0"/>
                </a:cxn>
              </a:cxnLst>
              <a:rect l="0" t="0" r="r" b="b"/>
              <a:pathLst>
                <a:path w="2818" h="4320">
                  <a:moveTo>
                    <a:pt x="2818" y="0"/>
                  </a:moveTo>
                  <a:lnTo>
                    <a:pt x="2818" y="0"/>
                  </a:lnTo>
                  <a:lnTo>
                    <a:pt x="2812" y="88"/>
                  </a:lnTo>
                  <a:lnTo>
                    <a:pt x="2804" y="176"/>
                  </a:lnTo>
                  <a:lnTo>
                    <a:pt x="2797" y="263"/>
                  </a:lnTo>
                  <a:lnTo>
                    <a:pt x="2788" y="348"/>
                  </a:lnTo>
                  <a:lnTo>
                    <a:pt x="2779" y="431"/>
                  </a:lnTo>
                  <a:lnTo>
                    <a:pt x="2768" y="515"/>
                  </a:lnTo>
                  <a:lnTo>
                    <a:pt x="2745" y="676"/>
                  </a:lnTo>
                  <a:lnTo>
                    <a:pt x="2719" y="834"/>
                  </a:lnTo>
                  <a:lnTo>
                    <a:pt x="2690" y="987"/>
                  </a:lnTo>
                  <a:lnTo>
                    <a:pt x="2658" y="1135"/>
                  </a:lnTo>
                  <a:lnTo>
                    <a:pt x="2624" y="1279"/>
                  </a:lnTo>
                  <a:lnTo>
                    <a:pt x="2587" y="1419"/>
                  </a:lnTo>
                  <a:lnTo>
                    <a:pt x="2549" y="1555"/>
                  </a:lnTo>
                  <a:lnTo>
                    <a:pt x="2508" y="1686"/>
                  </a:lnTo>
                  <a:lnTo>
                    <a:pt x="2464" y="1814"/>
                  </a:lnTo>
                  <a:lnTo>
                    <a:pt x="2418" y="1937"/>
                  </a:lnTo>
                  <a:lnTo>
                    <a:pt x="2371" y="2055"/>
                  </a:lnTo>
                  <a:lnTo>
                    <a:pt x="2321" y="2171"/>
                  </a:lnTo>
                  <a:lnTo>
                    <a:pt x="2271" y="2282"/>
                  </a:lnTo>
                  <a:lnTo>
                    <a:pt x="2218" y="2389"/>
                  </a:lnTo>
                  <a:lnTo>
                    <a:pt x="2165" y="2494"/>
                  </a:lnTo>
                  <a:lnTo>
                    <a:pt x="2109" y="2593"/>
                  </a:lnTo>
                  <a:lnTo>
                    <a:pt x="2052" y="2690"/>
                  </a:lnTo>
                  <a:lnTo>
                    <a:pt x="1995" y="2783"/>
                  </a:lnTo>
                  <a:lnTo>
                    <a:pt x="1935" y="2872"/>
                  </a:lnTo>
                  <a:lnTo>
                    <a:pt x="1876" y="2959"/>
                  </a:lnTo>
                  <a:lnTo>
                    <a:pt x="1815" y="3041"/>
                  </a:lnTo>
                  <a:lnTo>
                    <a:pt x="1753" y="3120"/>
                  </a:lnTo>
                  <a:lnTo>
                    <a:pt x="1692" y="3196"/>
                  </a:lnTo>
                  <a:lnTo>
                    <a:pt x="1630" y="3269"/>
                  </a:lnTo>
                  <a:lnTo>
                    <a:pt x="1566" y="3339"/>
                  </a:lnTo>
                  <a:lnTo>
                    <a:pt x="1504" y="3406"/>
                  </a:lnTo>
                  <a:lnTo>
                    <a:pt x="1440" y="3469"/>
                  </a:lnTo>
                  <a:lnTo>
                    <a:pt x="1378" y="3530"/>
                  </a:lnTo>
                  <a:lnTo>
                    <a:pt x="1314" y="3588"/>
                  </a:lnTo>
                  <a:lnTo>
                    <a:pt x="1252" y="3644"/>
                  </a:lnTo>
                  <a:lnTo>
                    <a:pt x="1188" y="3696"/>
                  </a:lnTo>
                  <a:lnTo>
                    <a:pt x="1126" y="3746"/>
                  </a:lnTo>
                  <a:lnTo>
                    <a:pt x="1065" y="3793"/>
                  </a:lnTo>
                  <a:lnTo>
                    <a:pt x="1003" y="3838"/>
                  </a:lnTo>
                  <a:lnTo>
                    <a:pt x="943" y="3879"/>
                  </a:lnTo>
                  <a:lnTo>
                    <a:pt x="883" y="3921"/>
                  </a:lnTo>
                  <a:lnTo>
                    <a:pt x="825" y="3957"/>
                  </a:lnTo>
                  <a:lnTo>
                    <a:pt x="767" y="3993"/>
                  </a:lnTo>
                  <a:lnTo>
                    <a:pt x="711" y="4025"/>
                  </a:lnTo>
                  <a:lnTo>
                    <a:pt x="656" y="4057"/>
                  </a:lnTo>
                  <a:lnTo>
                    <a:pt x="603" y="4085"/>
                  </a:lnTo>
                  <a:lnTo>
                    <a:pt x="550" y="4112"/>
                  </a:lnTo>
                  <a:lnTo>
                    <a:pt x="500" y="4136"/>
                  </a:lnTo>
                  <a:lnTo>
                    <a:pt x="451" y="4159"/>
                  </a:lnTo>
                  <a:lnTo>
                    <a:pt x="404" y="4180"/>
                  </a:lnTo>
                  <a:lnTo>
                    <a:pt x="317" y="4217"/>
                  </a:lnTo>
                  <a:lnTo>
                    <a:pt x="239" y="4247"/>
                  </a:lnTo>
                  <a:lnTo>
                    <a:pt x="169" y="4271"/>
                  </a:lnTo>
                  <a:lnTo>
                    <a:pt x="111" y="4291"/>
                  </a:lnTo>
                  <a:lnTo>
                    <a:pt x="64" y="4305"/>
                  </a:lnTo>
                  <a:lnTo>
                    <a:pt x="29" y="4314"/>
                  </a:lnTo>
                  <a:lnTo>
                    <a:pt x="0" y="4320"/>
                  </a:lnTo>
                  <a:lnTo>
                    <a:pt x="2818" y="4314"/>
                  </a:lnTo>
                  <a:lnTo>
                    <a:pt x="2818" y="0"/>
                  </a:lnTo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9525">
              <a:noFill/>
              <a:round/>
            </a:ln>
            <a:effectLst>
              <a:outerShdw blurRad="50800" dist="38100" dir="13500000" algn="br" rotWithShape="0">
                <a:prstClr val="black">
                  <a:alpha val="40000"/>
                </a:prstClr>
              </a:outerShdw>
            </a:effectLst>
          </p:spPr>
          <p:txBody>
            <a:bodyPr anchor="ctr"/>
            <a:p>
              <a:pPr lvl="0" algn="ctr">
                <a:defRPr lang="ko-KR" altLang="en-US"/>
              </a:pPr>
              <a:endParaRPr lang="en-US" altLang="ko-KR"/>
            </a:p>
          </p:txBody>
        </p:sp>
        <p:sp>
          <p:nvSpPr>
            <p:cNvPr id="10" name=""/>
            <p:cNvSpPr>
              <a:spLocks noEditPoints="1"/>
            </p:cNvSpPr>
            <p:nvPr/>
          </p:nvSpPr>
          <p:spPr>
            <a:xfrm>
              <a:off x="-4227" y="1"/>
              <a:ext cx="5085353" cy="3276599"/>
            </a:xfrm>
            <a:custGeom>
              <a:avLst/>
              <a:gdLst/>
              <a:cxnLst>
                <a:cxn ang="0">
                  <a:pos x="8" y="0"/>
                </a:cxn>
                <a:cxn ang="0">
                  <a:pos x="0" y="3710"/>
                </a:cxn>
                <a:cxn ang="0">
                  <a:pos x="22" y="3628"/>
                </a:cxn>
                <a:cxn ang="0">
                  <a:pos x="64" y="3488"/>
                </a:cxn>
                <a:cxn ang="0">
                  <a:pos x="136" y="3294"/>
                </a:cxn>
                <a:cxn ang="0">
                  <a:pos x="212" y="3116"/>
                </a:cxn>
                <a:cxn ang="0">
                  <a:pos x="274" y="2986"/>
                </a:cxn>
                <a:cxn ang="0">
                  <a:pos x="348" y="2846"/>
                </a:cxn>
                <a:cxn ang="0">
                  <a:pos x="432" y="2700"/>
                </a:cxn>
                <a:cxn ang="0">
                  <a:pos x="528" y="2548"/>
                </a:cxn>
                <a:cxn ang="0">
                  <a:pos x="636" y="2390"/>
                </a:cxn>
                <a:cxn ang="0">
                  <a:pos x="756" y="2228"/>
                </a:cxn>
                <a:cxn ang="0">
                  <a:pos x="892" y="2064"/>
                </a:cxn>
                <a:cxn ang="0">
                  <a:pos x="1040" y="1898"/>
                </a:cxn>
                <a:cxn ang="0">
                  <a:pos x="1204" y="1730"/>
                </a:cxn>
                <a:cxn ang="0">
                  <a:pos x="1384" y="1566"/>
                </a:cxn>
                <a:cxn ang="0">
                  <a:pos x="1580" y="1402"/>
                </a:cxn>
                <a:cxn ang="0">
                  <a:pos x="1794" y="1240"/>
                </a:cxn>
                <a:cxn ang="0">
                  <a:pos x="2024" y="1084"/>
                </a:cxn>
                <a:cxn ang="0">
                  <a:pos x="2274" y="934"/>
                </a:cxn>
                <a:cxn ang="0">
                  <a:pos x="2542" y="790"/>
                </a:cxn>
                <a:cxn ang="0">
                  <a:pos x="2830" y="654"/>
                </a:cxn>
                <a:cxn ang="0">
                  <a:pos x="3140" y="526"/>
                </a:cxn>
                <a:cxn ang="0">
                  <a:pos x="3468" y="410"/>
                </a:cxn>
                <a:cxn ang="0">
                  <a:pos x="3820" y="304"/>
                </a:cxn>
                <a:cxn ang="0">
                  <a:pos x="4194" y="210"/>
                </a:cxn>
                <a:cxn ang="0">
                  <a:pos x="4590" y="132"/>
                </a:cxn>
                <a:cxn ang="0">
                  <a:pos x="5012" y="66"/>
                </a:cxn>
                <a:cxn ang="0">
                  <a:pos x="5230" y="40"/>
                </a:cxn>
                <a:cxn ang="0">
                  <a:pos x="5456" y="18"/>
                </a:cxn>
                <a:cxn ang="0">
                  <a:pos x="5688" y="0"/>
                </a:cxn>
                <a:cxn ang="0">
                  <a:pos x="5688" y="0"/>
                </a:cxn>
              </a:cxnLst>
              <a:rect l="0" t="0" r="r" b="b"/>
              <a:pathLst>
                <a:path w="5688" h="3710">
                  <a:moveTo>
                    <a:pt x="5688" y="0"/>
                  </a:moveTo>
                  <a:lnTo>
                    <a:pt x="8" y="0"/>
                  </a:lnTo>
                  <a:lnTo>
                    <a:pt x="0" y="3710"/>
                  </a:lnTo>
                  <a:lnTo>
                    <a:pt x="0" y="3710"/>
                  </a:lnTo>
                  <a:lnTo>
                    <a:pt x="10" y="3672"/>
                  </a:lnTo>
                  <a:lnTo>
                    <a:pt x="22" y="3628"/>
                  </a:lnTo>
                  <a:lnTo>
                    <a:pt x="40" y="3566"/>
                  </a:lnTo>
                  <a:lnTo>
                    <a:pt x="64" y="3488"/>
                  </a:lnTo>
                  <a:lnTo>
                    <a:pt x="96" y="3396"/>
                  </a:lnTo>
                  <a:lnTo>
                    <a:pt x="136" y="3294"/>
                  </a:lnTo>
                  <a:lnTo>
                    <a:pt x="184" y="3178"/>
                  </a:lnTo>
                  <a:lnTo>
                    <a:pt x="212" y="3116"/>
                  </a:lnTo>
                  <a:lnTo>
                    <a:pt x="242" y="3052"/>
                  </a:lnTo>
                  <a:lnTo>
                    <a:pt x="274" y="2986"/>
                  </a:lnTo>
                  <a:lnTo>
                    <a:pt x="310" y="2918"/>
                  </a:lnTo>
                  <a:lnTo>
                    <a:pt x="348" y="2846"/>
                  </a:lnTo>
                  <a:lnTo>
                    <a:pt x="388" y="2774"/>
                  </a:lnTo>
                  <a:lnTo>
                    <a:pt x="432" y="2700"/>
                  </a:lnTo>
                  <a:lnTo>
                    <a:pt x="478" y="2624"/>
                  </a:lnTo>
                  <a:lnTo>
                    <a:pt x="528" y="2548"/>
                  </a:lnTo>
                  <a:lnTo>
                    <a:pt x="580" y="2470"/>
                  </a:lnTo>
                  <a:lnTo>
                    <a:pt x="636" y="2390"/>
                  </a:lnTo>
                  <a:lnTo>
                    <a:pt x="694" y="2310"/>
                  </a:lnTo>
                  <a:lnTo>
                    <a:pt x="756" y="2228"/>
                  </a:lnTo>
                  <a:lnTo>
                    <a:pt x="822" y="2146"/>
                  </a:lnTo>
                  <a:lnTo>
                    <a:pt x="892" y="2064"/>
                  </a:lnTo>
                  <a:lnTo>
                    <a:pt x="964" y="1980"/>
                  </a:lnTo>
                  <a:lnTo>
                    <a:pt x="1040" y="1898"/>
                  </a:lnTo>
                  <a:lnTo>
                    <a:pt x="1120" y="1814"/>
                  </a:lnTo>
                  <a:lnTo>
                    <a:pt x="1204" y="1730"/>
                  </a:lnTo>
                  <a:lnTo>
                    <a:pt x="1292" y="1648"/>
                  </a:lnTo>
                  <a:lnTo>
                    <a:pt x="1384" y="1566"/>
                  </a:lnTo>
                  <a:lnTo>
                    <a:pt x="1480" y="1482"/>
                  </a:lnTo>
                  <a:lnTo>
                    <a:pt x="1580" y="1402"/>
                  </a:lnTo>
                  <a:lnTo>
                    <a:pt x="1684" y="1320"/>
                  </a:lnTo>
                  <a:lnTo>
                    <a:pt x="1794" y="1240"/>
                  </a:lnTo>
                  <a:lnTo>
                    <a:pt x="1906" y="1162"/>
                  </a:lnTo>
                  <a:lnTo>
                    <a:pt x="2024" y="1084"/>
                  </a:lnTo>
                  <a:lnTo>
                    <a:pt x="2146" y="1008"/>
                  </a:lnTo>
                  <a:lnTo>
                    <a:pt x="2274" y="934"/>
                  </a:lnTo>
                  <a:lnTo>
                    <a:pt x="2406" y="860"/>
                  </a:lnTo>
                  <a:lnTo>
                    <a:pt x="2542" y="790"/>
                  </a:lnTo>
                  <a:lnTo>
                    <a:pt x="2684" y="720"/>
                  </a:lnTo>
                  <a:lnTo>
                    <a:pt x="2830" y="654"/>
                  </a:lnTo>
                  <a:lnTo>
                    <a:pt x="2982" y="588"/>
                  </a:lnTo>
                  <a:lnTo>
                    <a:pt x="3140" y="526"/>
                  </a:lnTo>
                  <a:lnTo>
                    <a:pt x="3302" y="466"/>
                  </a:lnTo>
                  <a:lnTo>
                    <a:pt x="3468" y="410"/>
                  </a:lnTo>
                  <a:lnTo>
                    <a:pt x="3642" y="354"/>
                  </a:lnTo>
                  <a:lnTo>
                    <a:pt x="3820" y="304"/>
                  </a:lnTo>
                  <a:lnTo>
                    <a:pt x="4004" y="256"/>
                  </a:lnTo>
                  <a:lnTo>
                    <a:pt x="4194" y="210"/>
                  </a:lnTo>
                  <a:lnTo>
                    <a:pt x="4390" y="170"/>
                  </a:lnTo>
                  <a:lnTo>
                    <a:pt x="4590" y="132"/>
                  </a:lnTo>
                  <a:lnTo>
                    <a:pt x="4798" y="98"/>
                  </a:lnTo>
                  <a:lnTo>
                    <a:pt x="5012" y="66"/>
                  </a:lnTo>
                  <a:lnTo>
                    <a:pt x="5120" y="54"/>
                  </a:lnTo>
                  <a:lnTo>
                    <a:pt x="5230" y="40"/>
                  </a:lnTo>
                  <a:lnTo>
                    <a:pt x="5344" y="28"/>
                  </a:lnTo>
                  <a:lnTo>
                    <a:pt x="5456" y="18"/>
                  </a:lnTo>
                  <a:lnTo>
                    <a:pt x="5572" y="8"/>
                  </a:lnTo>
                  <a:lnTo>
                    <a:pt x="5688" y="0"/>
                  </a:lnTo>
                  <a:moveTo>
                    <a:pt x="5688" y="0"/>
                  </a:moveTo>
                  <a:lnTo>
                    <a:pt x="5688" y="0"/>
                  </a:lnTo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9525">
              <a:noFill/>
              <a:round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anchor="ctr"/>
            <a:p>
              <a:pPr lvl="0" algn="ctr">
                <a:defRPr lang="ko-KR" altLang="en-US"/>
              </a:pPr>
              <a:endParaRPr lang="en-US" altLang="ko-KR"/>
            </a:p>
          </p:txBody>
        </p:sp>
        <p:sp>
          <p:nvSpPr>
            <p:cNvPr id="11" name=""/>
            <p:cNvSpPr>
              <a:spLocks noEditPoints="1"/>
            </p:cNvSpPr>
            <p:nvPr/>
          </p:nvSpPr>
          <p:spPr>
            <a:xfrm>
              <a:off x="-9526" y="1"/>
              <a:ext cx="5085353" cy="2365157"/>
            </a:xfrm>
            <a:custGeom>
              <a:avLst/>
              <a:gdLst/>
              <a:cxnLst>
                <a:cxn ang="0">
                  <a:pos x="5688" y="0"/>
                </a:cxn>
                <a:cxn ang="0">
                  <a:pos x="8" y="0"/>
                </a:cxn>
                <a:cxn ang="0">
                  <a:pos x="0" y="2678"/>
                </a:cxn>
                <a:cxn ang="0">
                  <a:pos x="0" y="2678"/>
                </a:cxn>
                <a:cxn ang="0">
                  <a:pos x="10" y="2652"/>
                </a:cxn>
                <a:cxn ang="0">
                  <a:pos x="22" y="2618"/>
                </a:cxn>
                <a:cxn ang="0">
                  <a:pos x="40" y="2574"/>
                </a:cxn>
                <a:cxn ang="0">
                  <a:pos x="64" y="2518"/>
                </a:cxn>
                <a:cxn ang="0">
                  <a:pos x="96" y="2452"/>
                </a:cxn>
                <a:cxn ang="0">
                  <a:pos x="136" y="2378"/>
                </a:cxn>
                <a:cxn ang="0">
                  <a:pos x="184" y="2294"/>
                </a:cxn>
                <a:cxn ang="0">
                  <a:pos x="242" y="2204"/>
                </a:cxn>
                <a:cxn ang="0">
                  <a:pos x="274" y="2156"/>
                </a:cxn>
                <a:cxn ang="0">
                  <a:pos x="310" y="2106"/>
                </a:cxn>
                <a:cxn ang="0">
                  <a:pos x="348" y="2056"/>
                </a:cxn>
                <a:cxn ang="0">
                  <a:pos x="388" y="2002"/>
                </a:cxn>
                <a:cxn ang="0">
                  <a:pos x="432" y="1950"/>
                </a:cxn>
                <a:cxn ang="0">
                  <a:pos x="478" y="1894"/>
                </a:cxn>
                <a:cxn ang="0">
                  <a:pos x="528" y="1840"/>
                </a:cxn>
                <a:cxn ang="0">
                  <a:pos x="580" y="1782"/>
                </a:cxn>
                <a:cxn ang="0">
                  <a:pos x="636" y="1726"/>
                </a:cxn>
                <a:cxn ang="0">
                  <a:pos x="694" y="1668"/>
                </a:cxn>
                <a:cxn ang="0">
                  <a:pos x="756" y="1608"/>
                </a:cxn>
                <a:cxn ang="0">
                  <a:pos x="822" y="1550"/>
                </a:cxn>
                <a:cxn ang="0">
                  <a:pos x="892" y="1490"/>
                </a:cxn>
                <a:cxn ang="0">
                  <a:pos x="964" y="1430"/>
                </a:cxn>
                <a:cxn ang="0">
                  <a:pos x="1040" y="1370"/>
                </a:cxn>
                <a:cxn ang="0">
                  <a:pos x="1120" y="1310"/>
                </a:cxn>
                <a:cxn ang="0">
                  <a:pos x="1204" y="1250"/>
                </a:cxn>
                <a:cxn ang="0">
                  <a:pos x="1292" y="1190"/>
                </a:cxn>
                <a:cxn ang="0">
                  <a:pos x="1384" y="1130"/>
                </a:cxn>
                <a:cxn ang="0">
                  <a:pos x="1480" y="1070"/>
                </a:cxn>
                <a:cxn ang="0">
                  <a:pos x="1580" y="1012"/>
                </a:cxn>
                <a:cxn ang="0">
                  <a:pos x="1684" y="954"/>
                </a:cxn>
                <a:cxn ang="0">
                  <a:pos x="1794" y="896"/>
                </a:cxn>
                <a:cxn ang="0">
                  <a:pos x="1906" y="840"/>
                </a:cxn>
                <a:cxn ang="0">
                  <a:pos x="2024" y="784"/>
                </a:cxn>
                <a:cxn ang="0">
                  <a:pos x="2146" y="728"/>
                </a:cxn>
                <a:cxn ang="0">
                  <a:pos x="2274" y="674"/>
                </a:cxn>
                <a:cxn ang="0">
                  <a:pos x="2406" y="622"/>
                </a:cxn>
                <a:cxn ang="0">
                  <a:pos x="2542" y="570"/>
                </a:cxn>
                <a:cxn ang="0">
                  <a:pos x="2684" y="520"/>
                </a:cxn>
                <a:cxn ang="0">
                  <a:pos x="2830" y="472"/>
                </a:cxn>
                <a:cxn ang="0">
                  <a:pos x="2982" y="426"/>
                </a:cxn>
                <a:cxn ang="0">
                  <a:pos x="3140" y="380"/>
                </a:cxn>
                <a:cxn ang="0">
                  <a:pos x="3302" y="336"/>
                </a:cxn>
                <a:cxn ang="0">
                  <a:pos x="3468" y="296"/>
                </a:cxn>
                <a:cxn ang="0">
                  <a:pos x="3642" y="256"/>
                </a:cxn>
                <a:cxn ang="0">
                  <a:pos x="3820" y="220"/>
                </a:cxn>
                <a:cxn ang="0">
                  <a:pos x="4004" y="184"/>
                </a:cxn>
                <a:cxn ang="0">
                  <a:pos x="4194" y="152"/>
                </a:cxn>
                <a:cxn ang="0">
                  <a:pos x="4390" y="122"/>
                </a:cxn>
                <a:cxn ang="0">
                  <a:pos x="4590" y="94"/>
                </a:cxn>
                <a:cxn ang="0">
                  <a:pos x="4798" y="70"/>
                </a:cxn>
                <a:cxn ang="0">
                  <a:pos x="5012" y="48"/>
                </a:cxn>
                <a:cxn ang="0">
                  <a:pos x="5230" y="30"/>
                </a:cxn>
                <a:cxn ang="0">
                  <a:pos x="5456" y="14"/>
                </a:cxn>
                <a:cxn ang="0">
                  <a:pos x="5688" y="0"/>
                </a:cxn>
                <a:cxn ang="0">
                  <a:pos x="5688" y="0"/>
                </a:cxn>
                <a:cxn ang="0">
                  <a:pos x="5688" y="0"/>
                </a:cxn>
              </a:cxnLst>
              <a:rect l="0" t="0" r="r" b="b"/>
              <a:pathLst>
                <a:path w="5688" h="2678">
                  <a:moveTo>
                    <a:pt x="5688" y="0"/>
                  </a:moveTo>
                  <a:lnTo>
                    <a:pt x="8" y="0"/>
                  </a:lnTo>
                  <a:lnTo>
                    <a:pt x="0" y="2678"/>
                  </a:lnTo>
                  <a:lnTo>
                    <a:pt x="0" y="2678"/>
                  </a:lnTo>
                  <a:lnTo>
                    <a:pt x="10" y="2652"/>
                  </a:lnTo>
                  <a:lnTo>
                    <a:pt x="22" y="2618"/>
                  </a:lnTo>
                  <a:lnTo>
                    <a:pt x="40" y="2574"/>
                  </a:lnTo>
                  <a:lnTo>
                    <a:pt x="64" y="2518"/>
                  </a:lnTo>
                  <a:lnTo>
                    <a:pt x="96" y="2452"/>
                  </a:lnTo>
                  <a:lnTo>
                    <a:pt x="136" y="2378"/>
                  </a:lnTo>
                  <a:lnTo>
                    <a:pt x="184" y="2294"/>
                  </a:lnTo>
                  <a:lnTo>
                    <a:pt x="242" y="2204"/>
                  </a:lnTo>
                  <a:lnTo>
                    <a:pt x="274" y="2156"/>
                  </a:lnTo>
                  <a:lnTo>
                    <a:pt x="310" y="2106"/>
                  </a:lnTo>
                  <a:lnTo>
                    <a:pt x="348" y="2056"/>
                  </a:lnTo>
                  <a:lnTo>
                    <a:pt x="388" y="2002"/>
                  </a:lnTo>
                  <a:lnTo>
                    <a:pt x="432" y="1950"/>
                  </a:lnTo>
                  <a:lnTo>
                    <a:pt x="478" y="1894"/>
                  </a:lnTo>
                  <a:lnTo>
                    <a:pt x="528" y="1840"/>
                  </a:lnTo>
                  <a:lnTo>
                    <a:pt x="580" y="1782"/>
                  </a:lnTo>
                  <a:lnTo>
                    <a:pt x="636" y="1726"/>
                  </a:lnTo>
                  <a:lnTo>
                    <a:pt x="694" y="1668"/>
                  </a:lnTo>
                  <a:lnTo>
                    <a:pt x="756" y="1608"/>
                  </a:lnTo>
                  <a:lnTo>
                    <a:pt x="822" y="1550"/>
                  </a:lnTo>
                  <a:lnTo>
                    <a:pt x="892" y="1490"/>
                  </a:lnTo>
                  <a:lnTo>
                    <a:pt x="964" y="1430"/>
                  </a:lnTo>
                  <a:lnTo>
                    <a:pt x="1040" y="1370"/>
                  </a:lnTo>
                  <a:lnTo>
                    <a:pt x="1120" y="1310"/>
                  </a:lnTo>
                  <a:lnTo>
                    <a:pt x="1204" y="1250"/>
                  </a:lnTo>
                  <a:lnTo>
                    <a:pt x="1292" y="1190"/>
                  </a:lnTo>
                  <a:lnTo>
                    <a:pt x="1384" y="1130"/>
                  </a:lnTo>
                  <a:lnTo>
                    <a:pt x="1480" y="1070"/>
                  </a:lnTo>
                  <a:lnTo>
                    <a:pt x="1580" y="1012"/>
                  </a:lnTo>
                  <a:lnTo>
                    <a:pt x="1684" y="954"/>
                  </a:lnTo>
                  <a:lnTo>
                    <a:pt x="1794" y="896"/>
                  </a:lnTo>
                  <a:lnTo>
                    <a:pt x="1906" y="840"/>
                  </a:lnTo>
                  <a:lnTo>
                    <a:pt x="2024" y="784"/>
                  </a:lnTo>
                  <a:lnTo>
                    <a:pt x="2146" y="728"/>
                  </a:lnTo>
                  <a:lnTo>
                    <a:pt x="2274" y="674"/>
                  </a:lnTo>
                  <a:lnTo>
                    <a:pt x="2406" y="622"/>
                  </a:lnTo>
                  <a:lnTo>
                    <a:pt x="2542" y="570"/>
                  </a:lnTo>
                  <a:lnTo>
                    <a:pt x="2684" y="520"/>
                  </a:lnTo>
                  <a:lnTo>
                    <a:pt x="2830" y="472"/>
                  </a:lnTo>
                  <a:lnTo>
                    <a:pt x="2982" y="426"/>
                  </a:lnTo>
                  <a:lnTo>
                    <a:pt x="3140" y="380"/>
                  </a:lnTo>
                  <a:lnTo>
                    <a:pt x="3302" y="336"/>
                  </a:lnTo>
                  <a:lnTo>
                    <a:pt x="3468" y="296"/>
                  </a:lnTo>
                  <a:lnTo>
                    <a:pt x="3642" y="256"/>
                  </a:lnTo>
                  <a:lnTo>
                    <a:pt x="3820" y="220"/>
                  </a:lnTo>
                  <a:lnTo>
                    <a:pt x="4004" y="184"/>
                  </a:lnTo>
                  <a:lnTo>
                    <a:pt x="4194" y="152"/>
                  </a:lnTo>
                  <a:lnTo>
                    <a:pt x="4390" y="122"/>
                  </a:lnTo>
                  <a:lnTo>
                    <a:pt x="4590" y="94"/>
                  </a:lnTo>
                  <a:lnTo>
                    <a:pt x="4798" y="70"/>
                  </a:lnTo>
                  <a:lnTo>
                    <a:pt x="5012" y="48"/>
                  </a:lnTo>
                  <a:lnTo>
                    <a:pt x="5230" y="30"/>
                  </a:lnTo>
                  <a:lnTo>
                    <a:pt x="5456" y="14"/>
                  </a:lnTo>
                  <a:lnTo>
                    <a:pt x="5688" y="0"/>
                  </a:lnTo>
                  <a:moveTo>
                    <a:pt x="5688" y="0"/>
                  </a:moveTo>
                  <a:lnTo>
                    <a:pt x="5688" y="0"/>
                  </a:lnTo>
                </a:path>
              </a:pathLst>
            </a:custGeom>
            <a:solidFill>
              <a:schemeClr val="accent4">
                <a:lumMod val="75000"/>
              </a:schemeClr>
            </a:solidFill>
            <a:ln w="9525">
              <a:noFill/>
              <a:rou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anchor="ctr"/>
            <a:p>
              <a:pPr lvl="0" algn="ctr">
                <a:defRPr lang="ko-KR" altLang="en-US"/>
              </a:pPr>
              <a:endParaRPr lang="en-US" altLang="ko-KR"/>
            </a:p>
          </p:txBody>
        </p:sp>
        <p:sp>
          <p:nvSpPr>
            <p:cNvPr id="12" name=""/>
            <p:cNvSpPr/>
            <p:nvPr/>
          </p:nvSpPr>
          <p:spPr>
            <a:xfrm>
              <a:off x="527050" y="0"/>
              <a:ext cx="8089900" cy="6858000"/>
            </a:xfrm>
            <a:custGeom>
              <a:avLst/>
              <a:gdLst/>
              <a:cxnLst>
                <a:cxn ang="0">
                  <a:pos x="4450" y="0"/>
                </a:cxn>
                <a:cxn ang="0">
                  <a:pos x="4438" y="102"/>
                </a:cxn>
                <a:cxn ang="0">
                  <a:pos x="4412" y="272"/>
                </a:cxn>
                <a:cxn ang="0">
                  <a:pos x="4366" y="508"/>
                </a:cxn>
                <a:cxn ang="0">
                  <a:pos x="4335" y="648"/>
                </a:cxn>
                <a:cxn ang="0">
                  <a:pos x="4295" y="799"/>
                </a:cxn>
                <a:cxn ang="0">
                  <a:pos x="4248" y="963"/>
                </a:cxn>
                <a:cxn ang="0">
                  <a:pos x="4194" y="1135"/>
                </a:cxn>
                <a:cxn ang="0">
                  <a:pos x="4128" y="1315"/>
                </a:cxn>
                <a:cxn ang="0">
                  <a:pos x="4056" y="1503"/>
                </a:cxn>
                <a:cxn ang="0">
                  <a:pos x="3972" y="1694"/>
                </a:cxn>
                <a:cxn ang="0">
                  <a:pos x="3877" y="1890"/>
                </a:cxn>
                <a:cxn ang="0">
                  <a:pos x="3770" y="2087"/>
                </a:cxn>
                <a:cxn ang="0">
                  <a:pos x="3654" y="2286"/>
                </a:cxn>
                <a:cxn ang="0">
                  <a:pos x="3522" y="2482"/>
                </a:cxn>
                <a:cxn ang="0">
                  <a:pos x="3378" y="2677"/>
                </a:cxn>
                <a:cxn ang="0">
                  <a:pos x="3220" y="2868"/>
                </a:cxn>
                <a:cxn ang="0">
                  <a:pos x="3135" y="2961"/>
                </a:cxn>
                <a:cxn ang="0">
                  <a:pos x="3047" y="3053"/>
                </a:cxn>
                <a:cxn ang="0">
                  <a:pos x="2954" y="3143"/>
                </a:cxn>
                <a:cxn ang="0">
                  <a:pos x="2859" y="3232"/>
                </a:cxn>
                <a:cxn ang="0">
                  <a:pos x="2759" y="3319"/>
                </a:cxn>
                <a:cxn ang="0">
                  <a:pos x="2656" y="3402"/>
                </a:cxn>
                <a:cxn ang="0">
                  <a:pos x="2546" y="3484"/>
                </a:cxn>
                <a:cxn ang="0">
                  <a:pos x="2434" y="3563"/>
                </a:cxn>
                <a:cxn ang="0">
                  <a:pos x="2319" y="3639"/>
                </a:cxn>
                <a:cxn ang="0">
                  <a:pos x="2198" y="3713"/>
                </a:cxn>
                <a:cxn ang="0">
                  <a:pos x="2072" y="3783"/>
                </a:cxn>
                <a:cxn ang="0">
                  <a:pos x="1941" y="3850"/>
                </a:cxn>
                <a:cxn ang="0">
                  <a:pos x="1808" y="3912"/>
                </a:cxn>
                <a:cxn ang="0">
                  <a:pos x="1668" y="3971"/>
                </a:cxn>
                <a:cxn ang="0">
                  <a:pos x="1524" y="4027"/>
                </a:cxn>
                <a:cxn ang="0">
                  <a:pos x="1376" y="4079"/>
                </a:cxn>
                <a:cxn ang="0">
                  <a:pos x="1221" y="4126"/>
                </a:cxn>
                <a:cxn ang="0">
                  <a:pos x="1063" y="4168"/>
                </a:cxn>
                <a:cxn ang="0">
                  <a:pos x="899" y="4206"/>
                </a:cxn>
                <a:cxn ang="0">
                  <a:pos x="730" y="4240"/>
                </a:cxn>
                <a:cxn ang="0">
                  <a:pos x="555" y="4267"/>
                </a:cxn>
                <a:cxn ang="0">
                  <a:pos x="376" y="4290"/>
                </a:cxn>
                <a:cxn ang="0">
                  <a:pos x="191" y="4308"/>
                </a:cxn>
                <a:cxn ang="0">
                  <a:pos x="0" y="4320"/>
                </a:cxn>
                <a:cxn ang="0">
                  <a:pos x="5087" y="6"/>
                </a:cxn>
              </a:cxnLst>
              <a:rect l="0" t="0" r="r" b="b"/>
              <a:pathLst>
                <a:path w="5096" h="4320">
                  <a:moveTo>
                    <a:pt x="4450" y="0"/>
                  </a:moveTo>
                  <a:lnTo>
                    <a:pt x="4450" y="0"/>
                  </a:lnTo>
                  <a:lnTo>
                    <a:pt x="4445" y="46"/>
                  </a:lnTo>
                  <a:lnTo>
                    <a:pt x="4438" y="102"/>
                  </a:lnTo>
                  <a:lnTo>
                    <a:pt x="4427" y="177"/>
                  </a:lnTo>
                  <a:lnTo>
                    <a:pt x="4412" y="272"/>
                  </a:lnTo>
                  <a:lnTo>
                    <a:pt x="4392" y="382"/>
                  </a:lnTo>
                  <a:lnTo>
                    <a:pt x="4366" y="508"/>
                  </a:lnTo>
                  <a:lnTo>
                    <a:pt x="4351" y="576"/>
                  </a:lnTo>
                  <a:lnTo>
                    <a:pt x="4335" y="648"/>
                  </a:lnTo>
                  <a:lnTo>
                    <a:pt x="4315" y="722"/>
                  </a:lnTo>
                  <a:lnTo>
                    <a:pt x="4295" y="799"/>
                  </a:lnTo>
                  <a:lnTo>
                    <a:pt x="4272" y="880"/>
                  </a:lnTo>
                  <a:lnTo>
                    <a:pt x="4248" y="963"/>
                  </a:lnTo>
                  <a:lnTo>
                    <a:pt x="4222" y="1048"/>
                  </a:lnTo>
                  <a:lnTo>
                    <a:pt x="4194" y="1135"/>
                  </a:lnTo>
                  <a:lnTo>
                    <a:pt x="4162" y="1224"/>
                  </a:lnTo>
                  <a:lnTo>
                    <a:pt x="4128" y="1315"/>
                  </a:lnTo>
                  <a:lnTo>
                    <a:pt x="4093" y="1408"/>
                  </a:lnTo>
                  <a:lnTo>
                    <a:pt x="4056" y="1503"/>
                  </a:lnTo>
                  <a:lnTo>
                    <a:pt x="4015" y="1597"/>
                  </a:lnTo>
                  <a:lnTo>
                    <a:pt x="3972" y="1694"/>
                  </a:lnTo>
                  <a:lnTo>
                    <a:pt x="3925" y="1791"/>
                  </a:lnTo>
                  <a:lnTo>
                    <a:pt x="3877" y="1890"/>
                  </a:lnTo>
                  <a:lnTo>
                    <a:pt x="3825" y="1989"/>
                  </a:lnTo>
                  <a:lnTo>
                    <a:pt x="3770" y="2087"/>
                  </a:lnTo>
                  <a:lnTo>
                    <a:pt x="3713" y="2186"/>
                  </a:lnTo>
                  <a:lnTo>
                    <a:pt x="3654" y="2286"/>
                  </a:lnTo>
                  <a:lnTo>
                    <a:pt x="3588" y="2384"/>
                  </a:lnTo>
                  <a:lnTo>
                    <a:pt x="3522" y="2482"/>
                  </a:lnTo>
                  <a:lnTo>
                    <a:pt x="3452" y="2580"/>
                  </a:lnTo>
                  <a:lnTo>
                    <a:pt x="3378" y="2677"/>
                  </a:lnTo>
                  <a:lnTo>
                    <a:pt x="3300" y="2773"/>
                  </a:lnTo>
                  <a:lnTo>
                    <a:pt x="3220" y="2868"/>
                  </a:lnTo>
                  <a:lnTo>
                    <a:pt x="3177" y="2915"/>
                  </a:lnTo>
                  <a:lnTo>
                    <a:pt x="3135" y="2961"/>
                  </a:lnTo>
                  <a:lnTo>
                    <a:pt x="3092" y="3008"/>
                  </a:lnTo>
                  <a:lnTo>
                    <a:pt x="3047" y="3053"/>
                  </a:lnTo>
                  <a:lnTo>
                    <a:pt x="3001" y="3099"/>
                  </a:lnTo>
                  <a:lnTo>
                    <a:pt x="2954" y="3143"/>
                  </a:lnTo>
                  <a:lnTo>
                    <a:pt x="2907" y="3188"/>
                  </a:lnTo>
                  <a:lnTo>
                    <a:pt x="2859" y="3232"/>
                  </a:lnTo>
                  <a:lnTo>
                    <a:pt x="2810" y="3275"/>
                  </a:lnTo>
                  <a:lnTo>
                    <a:pt x="2759" y="3319"/>
                  </a:lnTo>
                  <a:lnTo>
                    <a:pt x="2707" y="3361"/>
                  </a:lnTo>
                  <a:lnTo>
                    <a:pt x="2656" y="3402"/>
                  </a:lnTo>
                  <a:lnTo>
                    <a:pt x="2601" y="3443"/>
                  </a:lnTo>
                  <a:lnTo>
                    <a:pt x="2546" y="3484"/>
                  </a:lnTo>
                  <a:lnTo>
                    <a:pt x="2492" y="3524"/>
                  </a:lnTo>
                  <a:lnTo>
                    <a:pt x="2434" y="3563"/>
                  </a:lnTo>
                  <a:lnTo>
                    <a:pt x="2377" y="3601"/>
                  </a:lnTo>
                  <a:lnTo>
                    <a:pt x="2319" y="3639"/>
                  </a:lnTo>
                  <a:lnTo>
                    <a:pt x="2258" y="3677"/>
                  </a:lnTo>
                  <a:lnTo>
                    <a:pt x="2198" y="3713"/>
                  </a:lnTo>
                  <a:lnTo>
                    <a:pt x="2135" y="3748"/>
                  </a:lnTo>
                  <a:lnTo>
                    <a:pt x="2072" y="3783"/>
                  </a:lnTo>
                  <a:lnTo>
                    <a:pt x="2008" y="3816"/>
                  </a:lnTo>
                  <a:lnTo>
                    <a:pt x="1941" y="3850"/>
                  </a:lnTo>
                  <a:lnTo>
                    <a:pt x="1875" y="3882"/>
                  </a:lnTo>
                  <a:lnTo>
                    <a:pt x="1808" y="3912"/>
                  </a:lnTo>
                  <a:lnTo>
                    <a:pt x="1738" y="3942"/>
                  </a:lnTo>
                  <a:lnTo>
                    <a:pt x="1668" y="3971"/>
                  </a:lnTo>
                  <a:lnTo>
                    <a:pt x="1597" y="4000"/>
                  </a:lnTo>
                  <a:lnTo>
                    <a:pt x="1524" y="4027"/>
                  </a:lnTo>
                  <a:lnTo>
                    <a:pt x="1450" y="4053"/>
                  </a:lnTo>
                  <a:lnTo>
                    <a:pt x="1376" y="4079"/>
                  </a:lnTo>
                  <a:lnTo>
                    <a:pt x="1300" y="4103"/>
                  </a:lnTo>
                  <a:lnTo>
                    <a:pt x="1221" y="4126"/>
                  </a:lnTo>
                  <a:lnTo>
                    <a:pt x="1144" y="4147"/>
                  </a:lnTo>
                  <a:lnTo>
                    <a:pt x="1063" y="4168"/>
                  </a:lnTo>
                  <a:lnTo>
                    <a:pt x="981" y="4188"/>
                  </a:lnTo>
                  <a:lnTo>
                    <a:pt x="899" y="4206"/>
                  </a:lnTo>
                  <a:lnTo>
                    <a:pt x="814" y="4223"/>
                  </a:lnTo>
                  <a:lnTo>
                    <a:pt x="730" y="4240"/>
                  </a:lnTo>
                  <a:lnTo>
                    <a:pt x="643" y="4255"/>
                  </a:lnTo>
                  <a:lnTo>
                    <a:pt x="555" y="4267"/>
                  </a:lnTo>
                  <a:lnTo>
                    <a:pt x="467" y="4279"/>
                  </a:lnTo>
                  <a:lnTo>
                    <a:pt x="376" y="4290"/>
                  </a:lnTo>
                  <a:lnTo>
                    <a:pt x="284" y="4300"/>
                  </a:lnTo>
                  <a:lnTo>
                    <a:pt x="191" y="4308"/>
                  </a:lnTo>
                  <a:lnTo>
                    <a:pt x="97" y="4314"/>
                  </a:lnTo>
                  <a:lnTo>
                    <a:pt x="0" y="4320"/>
                  </a:lnTo>
                  <a:lnTo>
                    <a:pt x="5096" y="4320"/>
                  </a:lnTo>
                  <a:lnTo>
                    <a:pt x="5087" y="6"/>
                  </a:lnTo>
                  <a:lnTo>
                    <a:pt x="4450" y="0"/>
                  </a:lnTo>
                </a:path>
              </a:pathLst>
            </a:custGeom>
            <a:noFill/>
            <a:ln w="9525">
              <a:noFill/>
              <a:round/>
            </a:ln>
          </p:spPr>
          <p:txBody>
            <a:bodyPr anchor="ctr"/>
            <a:p>
              <a:pPr lvl="0" algn="ctr">
                <a:defRPr lang="ko-KR" altLang="en-US"/>
              </a:pPr>
              <a:endParaRPr lang="en-US" altLang="ko-KR"/>
            </a:p>
          </p:txBody>
        </p:sp>
        <p:sp>
          <p:nvSpPr>
            <p:cNvPr id="13" name=""/>
            <p:cNvSpPr>
              <a:spLocks noEditPoints="1"/>
            </p:cNvSpPr>
            <p:nvPr/>
          </p:nvSpPr>
          <p:spPr>
            <a:xfrm>
              <a:off x="6296025" y="12700"/>
              <a:ext cx="2847975" cy="6858000"/>
            </a:xfrm>
            <a:custGeom>
              <a:avLst/>
              <a:gdLst/>
              <a:cxnLst>
                <a:cxn ang="0">
                  <a:pos x="0" y="4318"/>
                </a:cxn>
                <a:cxn ang="0">
                  <a:pos x="21" y="4320"/>
                </a:cxn>
                <a:cxn ang="0">
                  <a:pos x="49" y="4318"/>
                </a:cxn>
                <a:cxn ang="0">
                  <a:pos x="1794" y="0"/>
                </a:cxn>
                <a:cxn ang="0">
                  <a:pos x="1766" y="365"/>
                </a:cxn>
                <a:cxn ang="0">
                  <a:pos x="1733" y="710"/>
                </a:cxn>
                <a:cxn ang="0">
                  <a:pos x="1694" y="1031"/>
                </a:cxn>
                <a:cxn ang="0">
                  <a:pos x="1651" y="1335"/>
                </a:cxn>
                <a:cxn ang="0">
                  <a:pos x="1605" y="1618"/>
                </a:cxn>
                <a:cxn ang="0">
                  <a:pos x="1554" y="1884"/>
                </a:cxn>
                <a:cxn ang="0">
                  <a:pos x="1500" y="2132"/>
                </a:cxn>
                <a:cxn ang="0">
                  <a:pos x="1443" y="2361"/>
                </a:cxn>
                <a:cxn ang="0">
                  <a:pos x="1383" y="2574"/>
                </a:cxn>
                <a:cxn ang="0">
                  <a:pos x="1320" y="2772"/>
                </a:cxn>
                <a:cxn ang="0">
                  <a:pos x="1257" y="2953"/>
                </a:cxn>
                <a:cxn ang="0">
                  <a:pos x="1191" y="3121"/>
                </a:cxn>
                <a:cxn ang="0">
                  <a:pos x="1123" y="3275"/>
                </a:cxn>
                <a:cxn ang="0">
                  <a:pos x="1054" y="3413"/>
                </a:cxn>
                <a:cxn ang="0">
                  <a:pos x="986" y="3541"/>
                </a:cxn>
                <a:cxn ang="0">
                  <a:pos x="916" y="3654"/>
                </a:cxn>
                <a:cxn ang="0">
                  <a:pos x="846" y="3757"/>
                </a:cxn>
                <a:cxn ang="0">
                  <a:pos x="778" y="3848"/>
                </a:cxn>
                <a:cxn ang="0">
                  <a:pos x="710" y="3929"/>
                </a:cxn>
                <a:cxn ang="0">
                  <a:pos x="643" y="4000"/>
                </a:cxn>
                <a:cxn ang="0">
                  <a:pos x="577" y="4061"/>
                </a:cxn>
                <a:cxn ang="0">
                  <a:pos x="514" y="4116"/>
                </a:cxn>
                <a:cxn ang="0">
                  <a:pos x="451" y="4161"/>
                </a:cxn>
                <a:cxn ang="0">
                  <a:pos x="392" y="4199"/>
                </a:cxn>
                <a:cxn ang="0">
                  <a:pos x="283" y="4257"/>
                </a:cxn>
                <a:cxn ang="0">
                  <a:pos x="187" y="4292"/>
                </a:cxn>
                <a:cxn ang="0">
                  <a:pos x="108" y="4311"/>
                </a:cxn>
                <a:cxn ang="0">
                  <a:pos x="49" y="4318"/>
                </a:cxn>
                <a:cxn ang="0">
                  <a:pos x="1794" y="0"/>
                </a:cxn>
              </a:cxnLst>
              <a:rect l="0" t="0" r="r" b="b"/>
              <a:pathLst>
                <a:path w="1794" h="4320">
                  <a:moveTo>
                    <a:pt x="49" y="4318"/>
                  </a:moveTo>
                  <a:lnTo>
                    <a:pt x="0" y="4318"/>
                  </a:lnTo>
                  <a:lnTo>
                    <a:pt x="0" y="4318"/>
                  </a:lnTo>
                  <a:lnTo>
                    <a:pt x="21" y="4320"/>
                  </a:lnTo>
                  <a:lnTo>
                    <a:pt x="21" y="4320"/>
                  </a:lnTo>
                  <a:lnTo>
                    <a:pt x="49" y="4318"/>
                  </a:lnTo>
                  <a:moveTo>
                    <a:pt x="1794" y="0"/>
                  </a:moveTo>
                  <a:lnTo>
                    <a:pt x="1794" y="0"/>
                  </a:lnTo>
                  <a:lnTo>
                    <a:pt x="1780" y="185"/>
                  </a:lnTo>
                  <a:lnTo>
                    <a:pt x="1766" y="365"/>
                  </a:lnTo>
                  <a:lnTo>
                    <a:pt x="1750" y="540"/>
                  </a:lnTo>
                  <a:lnTo>
                    <a:pt x="1733" y="710"/>
                  </a:lnTo>
                  <a:lnTo>
                    <a:pt x="1714" y="872"/>
                  </a:lnTo>
                  <a:lnTo>
                    <a:pt x="1694" y="1031"/>
                  </a:lnTo>
                  <a:lnTo>
                    <a:pt x="1673" y="1185"/>
                  </a:lnTo>
                  <a:lnTo>
                    <a:pt x="1651" y="1335"/>
                  </a:lnTo>
                  <a:lnTo>
                    <a:pt x="1628" y="1478"/>
                  </a:lnTo>
                  <a:lnTo>
                    <a:pt x="1605" y="1618"/>
                  </a:lnTo>
                  <a:lnTo>
                    <a:pt x="1579" y="1755"/>
                  </a:lnTo>
                  <a:lnTo>
                    <a:pt x="1554" y="1884"/>
                  </a:lnTo>
                  <a:lnTo>
                    <a:pt x="1528" y="2010"/>
                  </a:lnTo>
                  <a:lnTo>
                    <a:pt x="1500" y="2132"/>
                  </a:lnTo>
                  <a:lnTo>
                    <a:pt x="1472" y="2249"/>
                  </a:lnTo>
                  <a:lnTo>
                    <a:pt x="1443" y="2361"/>
                  </a:lnTo>
                  <a:lnTo>
                    <a:pt x="1413" y="2471"/>
                  </a:lnTo>
                  <a:lnTo>
                    <a:pt x="1383" y="2574"/>
                  </a:lnTo>
                  <a:lnTo>
                    <a:pt x="1352" y="2676"/>
                  </a:lnTo>
                  <a:lnTo>
                    <a:pt x="1320" y="2772"/>
                  </a:lnTo>
                  <a:lnTo>
                    <a:pt x="1289" y="2866"/>
                  </a:lnTo>
                  <a:lnTo>
                    <a:pt x="1257" y="2953"/>
                  </a:lnTo>
                  <a:lnTo>
                    <a:pt x="1224" y="3039"/>
                  </a:lnTo>
                  <a:lnTo>
                    <a:pt x="1191" y="3121"/>
                  </a:lnTo>
                  <a:lnTo>
                    <a:pt x="1158" y="3200"/>
                  </a:lnTo>
                  <a:lnTo>
                    <a:pt x="1123" y="3275"/>
                  </a:lnTo>
                  <a:lnTo>
                    <a:pt x="1089" y="3345"/>
                  </a:lnTo>
                  <a:lnTo>
                    <a:pt x="1054" y="3413"/>
                  </a:lnTo>
                  <a:lnTo>
                    <a:pt x="1021" y="3478"/>
                  </a:lnTo>
                  <a:lnTo>
                    <a:pt x="986" y="3541"/>
                  </a:lnTo>
                  <a:lnTo>
                    <a:pt x="951" y="3598"/>
                  </a:lnTo>
                  <a:lnTo>
                    <a:pt x="916" y="3654"/>
                  </a:lnTo>
                  <a:lnTo>
                    <a:pt x="881" y="3707"/>
                  </a:lnTo>
                  <a:lnTo>
                    <a:pt x="846" y="3757"/>
                  </a:lnTo>
                  <a:lnTo>
                    <a:pt x="813" y="3803"/>
                  </a:lnTo>
                  <a:lnTo>
                    <a:pt x="778" y="3848"/>
                  </a:lnTo>
                  <a:lnTo>
                    <a:pt x="745" y="3890"/>
                  </a:lnTo>
                  <a:lnTo>
                    <a:pt x="710" y="3929"/>
                  </a:lnTo>
                  <a:lnTo>
                    <a:pt x="677" y="3965"/>
                  </a:lnTo>
                  <a:lnTo>
                    <a:pt x="643" y="4000"/>
                  </a:lnTo>
                  <a:lnTo>
                    <a:pt x="610" y="4032"/>
                  </a:lnTo>
                  <a:lnTo>
                    <a:pt x="577" y="4061"/>
                  </a:lnTo>
                  <a:lnTo>
                    <a:pt x="546" y="4089"/>
                  </a:lnTo>
                  <a:lnTo>
                    <a:pt x="514" y="4116"/>
                  </a:lnTo>
                  <a:lnTo>
                    <a:pt x="483" y="4140"/>
                  </a:lnTo>
                  <a:lnTo>
                    <a:pt x="451" y="4161"/>
                  </a:lnTo>
                  <a:lnTo>
                    <a:pt x="421" y="4180"/>
                  </a:lnTo>
                  <a:lnTo>
                    <a:pt x="392" y="4199"/>
                  </a:lnTo>
                  <a:lnTo>
                    <a:pt x="336" y="4231"/>
                  </a:lnTo>
                  <a:lnTo>
                    <a:pt x="283" y="4257"/>
                  </a:lnTo>
                  <a:lnTo>
                    <a:pt x="233" y="4276"/>
                  </a:lnTo>
                  <a:lnTo>
                    <a:pt x="187" y="4292"/>
                  </a:lnTo>
                  <a:lnTo>
                    <a:pt x="145" y="4303"/>
                  </a:lnTo>
                  <a:lnTo>
                    <a:pt x="108" y="4311"/>
                  </a:lnTo>
                  <a:lnTo>
                    <a:pt x="77" y="4317"/>
                  </a:lnTo>
                  <a:lnTo>
                    <a:pt x="49" y="4318"/>
                  </a:lnTo>
                  <a:lnTo>
                    <a:pt x="1794" y="4313"/>
                  </a:lnTo>
                  <a:lnTo>
                    <a:pt x="1794" y="0"/>
                  </a:lnTo>
                </a:path>
              </a:pathLst>
            </a:custGeom>
            <a:solidFill>
              <a:schemeClr val="tx2">
                <a:lumMod val="75000"/>
                <a:lumOff val="25000"/>
                <a:alpha val="39000"/>
              </a:schemeClr>
            </a:solidFill>
            <a:ln w="9525">
              <a:noFill/>
              <a:round/>
            </a:ln>
            <a:effectLst>
              <a:outerShdw blurRad="50800" dist="38100" dir="13500000" algn="br" rotWithShape="0">
                <a:prstClr val="black">
                  <a:alpha val="40000"/>
                </a:prstClr>
              </a:outerShdw>
            </a:effectLst>
          </p:spPr>
          <p:txBody>
            <a:bodyPr anchor="ctr"/>
            <a:p>
              <a:pPr lvl="0" algn="ctr">
                <a:defRPr lang="ko-KR" altLang="en-US"/>
              </a:pPr>
              <a:endParaRPr lang="en-US" altLang="ko-KR"/>
            </a:p>
          </p:txBody>
        </p:sp>
        <p:sp>
          <p:nvSpPr>
            <p:cNvPr id="14" name=""/>
            <p:cNvSpPr>
              <a:spLocks noEditPoints="1"/>
            </p:cNvSpPr>
            <p:nvPr/>
          </p:nvSpPr>
          <p:spPr>
            <a:xfrm>
              <a:off x="-21772" y="1524000"/>
              <a:ext cx="3255818" cy="5334000"/>
            </a:xfrm>
            <a:custGeom>
              <a:avLst/>
              <a:gdLst/>
              <a:cxnLst>
                <a:cxn ang="0">
                  <a:pos x="8" y="106"/>
                </a:cxn>
                <a:cxn ang="0">
                  <a:pos x="17" y="4311"/>
                </a:cxn>
                <a:cxn ang="0">
                  <a:pos x="2256" y="4320"/>
                </a:cxn>
                <a:cxn ang="0">
                  <a:pos x="2256" y="4320"/>
                </a:cxn>
                <a:cxn ang="0">
                  <a:pos x="2235" y="4312"/>
                </a:cxn>
                <a:cxn ang="0">
                  <a:pos x="2209" y="4303"/>
                </a:cxn>
                <a:cxn ang="0">
                  <a:pos x="2173" y="4290"/>
                </a:cxn>
                <a:cxn ang="0">
                  <a:pos x="2130" y="4271"/>
                </a:cxn>
                <a:cxn ang="0">
                  <a:pos x="2077" y="4246"/>
                </a:cxn>
                <a:cxn ang="0">
                  <a:pos x="2017" y="4216"/>
                </a:cxn>
                <a:cxn ang="0">
                  <a:pos x="1951" y="4181"/>
                </a:cxn>
                <a:cxn ang="0">
                  <a:pos x="1879" y="4137"/>
                </a:cxn>
                <a:cxn ang="0">
                  <a:pos x="1800" y="4084"/>
                </a:cxn>
                <a:cxn ang="0">
                  <a:pos x="1717" y="4026"/>
                </a:cxn>
                <a:cxn ang="0">
                  <a:pos x="1676" y="3994"/>
                </a:cxn>
                <a:cxn ang="0">
                  <a:pos x="1630" y="3960"/>
                </a:cxn>
                <a:cxn ang="0">
                  <a:pos x="1585" y="3922"/>
                </a:cxn>
                <a:cxn ang="0">
                  <a:pos x="1540" y="3883"/>
                </a:cxn>
                <a:cxn ang="0">
                  <a:pos x="1495" y="3841"/>
                </a:cxn>
                <a:cxn ang="0">
                  <a:pos x="1447" y="3798"/>
                </a:cxn>
                <a:cxn ang="0">
                  <a:pos x="1398" y="3751"/>
                </a:cxn>
                <a:cxn ang="0">
                  <a:pos x="1351" y="3702"/>
                </a:cxn>
                <a:cxn ang="0">
                  <a:pos x="1302" y="3651"/>
                </a:cxn>
                <a:cxn ang="0">
                  <a:pos x="1253" y="3596"/>
                </a:cxn>
                <a:cxn ang="0">
                  <a:pos x="1204" y="3540"/>
                </a:cxn>
                <a:cxn ang="0">
                  <a:pos x="1155" y="3479"/>
                </a:cxn>
                <a:cxn ang="0">
                  <a:pos x="1106" y="3417"/>
                </a:cxn>
                <a:cxn ang="0">
                  <a:pos x="1057" y="3353"/>
                </a:cxn>
                <a:cxn ang="0">
                  <a:pos x="1008" y="3283"/>
                </a:cxn>
                <a:cxn ang="0">
                  <a:pos x="959" y="3214"/>
                </a:cxn>
                <a:cxn ang="0">
                  <a:pos x="910" y="3138"/>
                </a:cxn>
                <a:cxn ang="0">
                  <a:pos x="861" y="3061"/>
                </a:cxn>
                <a:cxn ang="0">
                  <a:pos x="814" y="2980"/>
                </a:cxn>
                <a:cxn ang="0">
                  <a:pos x="765" y="2897"/>
                </a:cxn>
                <a:cxn ang="0">
                  <a:pos x="720" y="2808"/>
                </a:cxn>
                <a:cxn ang="0">
                  <a:pos x="673" y="2718"/>
                </a:cxn>
                <a:cxn ang="0">
                  <a:pos x="628" y="2624"/>
                </a:cxn>
                <a:cxn ang="0">
                  <a:pos x="582" y="2528"/>
                </a:cxn>
                <a:cxn ang="0">
                  <a:pos x="539" y="2426"/>
                </a:cxn>
                <a:cxn ang="0">
                  <a:pos x="496" y="2322"/>
                </a:cxn>
                <a:cxn ang="0">
                  <a:pos x="454" y="2213"/>
                </a:cxn>
                <a:cxn ang="0">
                  <a:pos x="413" y="2102"/>
                </a:cxn>
                <a:cxn ang="0">
                  <a:pos x="373" y="1985"/>
                </a:cxn>
                <a:cxn ang="0">
                  <a:pos x="335" y="1866"/>
                </a:cxn>
                <a:cxn ang="0">
                  <a:pos x="298" y="1742"/>
                </a:cxn>
                <a:cxn ang="0">
                  <a:pos x="264" y="1613"/>
                </a:cxn>
                <a:cxn ang="0">
                  <a:pos x="230" y="1483"/>
                </a:cxn>
                <a:cxn ang="0">
                  <a:pos x="196" y="1348"/>
                </a:cxn>
                <a:cxn ang="0">
                  <a:pos x="166" y="1206"/>
                </a:cxn>
                <a:cxn ang="0">
                  <a:pos x="138" y="1063"/>
                </a:cxn>
                <a:cxn ang="0">
                  <a:pos x="111" y="914"/>
                </a:cxn>
                <a:cxn ang="0">
                  <a:pos x="85" y="761"/>
                </a:cxn>
                <a:cxn ang="0">
                  <a:pos x="62" y="605"/>
                </a:cxn>
                <a:cxn ang="0">
                  <a:pos x="41" y="443"/>
                </a:cxn>
                <a:cxn ang="0">
                  <a:pos x="23" y="277"/>
                </a:cxn>
                <a:cxn ang="0">
                  <a:pos x="8" y="106"/>
                </a:cxn>
                <a:cxn ang="0">
                  <a:pos x="6" y="0"/>
                </a:cxn>
                <a:cxn ang="0">
                  <a:pos x="0" y="15"/>
                </a:cxn>
                <a:cxn ang="0">
                  <a:pos x="0" y="15"/>
                </a:cxn>
                <a:cxn ang="0">
                  <a:pos x="8" y="106"/>
                </a:cxn>
                <a:cxn ang="0">
                  <a:pos x="6" y="0"/>
                </a:cxn>
              </a:cxnLst>
              <a:rect l="0" t="0" r="r" b="b"/>
              <a:pathLst>
                <a:path w="2256" h="4320">
                  <a:moveTo>
                    <a:pt x="8" y="106"/>
                  </a:moveTo>
                  <a:lnTo>
                    <a:pt x="17" y="4311"/>
                  </a:lnTo>
                  <a:lnTo>
                    <a:pt x="2256" y="4320"/>
                  </a:lnTo>
                  <a:lnTo>
                    <a:pt x="2256" y="4320"/>
                  </a:lnTo>
                  <a:lnTo>
                    <a:pt x="2235" y="4312"/>
                  </a:lnTo>
                  <a:lnTo>
                    <a:pt x="2209" y="4303"/>
                  </a:lnTo>
                  <a:lnTo>
                    <a:pt x="2173" y="4290"/>
                  </a:lnTo>
                  <a:lnTo>
                    <a:pt x="2130" y="4271"/>
                  </a:lnTo>
                  <a:lnTo>
                    <a:pt x="2077" y="4246"/>
                  </a:lnTo>
                  <a:lnTo>
                    <a:pt x="2017" y="4216"/>
                  </a:lnTo>
                  <a:lnTo>
                    <a:pt x="1951" y="4181"/>
                  </a:lnTo>
                  <a:lnTo>
                    <a:pt x="1879" y="4137"/>
                  </a:lnTo>
                  <a:lnTo>
                    <a:pt x="1800" y="4084"/>
                  </a:lnTo>
                  <a:lnTo>
                    <a:pt x="1717" y="4026"/>
                  </a:lnTo>
                  <a:lnTo>
                    <a:pt x="1676" y="3994"/>
                  </a:lnTo>
                  <a:lnTo>
                    <a:pt x="1630" y="3960"/>
                  </a:lnTo>
                  <a:lnTo>
                    <a:pt x="1585" y="3922"/>
                  </a:lnTo>
                  <a:lnTo>
                    <a:pt x="1540" y="3883"/>
                  </a:lnTo>
                  <a:lnTo>
                    <a:pt x="1495" y="3841"/>
                  </a:lnTo>
                  <a:lnTo>
                    <a:pt x="1447" y="3798"/>
                  </a:lnTo>
                  <a:lnTo>
                    <a:pt x="1398" y="3751"/>
                  </a:lnTo>
                  <a:lnTo>
                    <a:pt x="1351" y="3702"/>
                  </a:lnTo>
                  <a:lnTo>
                    <a:pt x="1302" y="3651"/>
                  </a:lnTo>
                  <a:lnTo>
                    <a:pt x="1253" y="3596"/>
                  </a:lnTo>
                  <a:lnTo>
                    <a:pt x="1204" y="3540"/>
                  </a:lnTo>
                  <a:lnTo>
                    <a:pt x="1155" y="3479"/>
                  </a:lnTo>
                  <a:lnTo>
                    <a:pt x="1106" y="3417"/>
                  </a:lnTo>
                  <a:lnTo>
                    <a:pt x="1057" y="3353"/>
                  </a:lnTo>
                  <a:lnTo>
                    <a:pt x="1008" y="3283"/>
                  </a:lnTo>
                  <a:lnTo>
                    <a:pt x="959" y="3214"/>
                  </a:lnTo>
                  <a:lnTo>
                    <a:pt x="910" y="3138"/>
                  </a:lnTo>
                  <a:lnTo>
                    <a:pt x="861" y="3061"/>
                  </a:lnTo>
                  <a:lnTo>
                    <a:pt x="814" y="2980"/>
                  </a:lnTo>
                  <a:lnTo>
                    <a:pt x="765" y="2897"/>
                  </a:lnTo>
                  <a:lnTo>
                    <a:pt x="720" y="2808"/>
                  </a:lnTo>
                  <a:lnTo>
                    <a:pt x="673" y="2718"/>
                  </a:lnTo>
                  <a:lnTo>
                    <a:pt x="628" y="2624"/>
                  </a:lnTo>
                  <a:lnTo>
                    <a:pt x="582" y="2528"/>
                  </a:lnTo>
                  <a:lnTo>
                    <a:pt x="539" y="2426"/>
                  </a:lnTo>
                  <a:lnTo>
                    <a:pt x="496" y="2322"/>
                  </a:lnTo>
                  <a:lnTo>
                    <a:pt x="454" y="2213"/>
                  </a:lnTo>
                  <a:lnTo>
                    <a:pt x="413" y="2102"/>
                  </a:lnTo>
                  <a:lnTo>
                    <a:pt x="373" y="1985"/>
                  </a:lnTo>
                  <a:lnTo>
                    <a:pt x="335" y="1866"/>
                  </a:lnTo>
                  <a:lnTo>
                    <a:pt x="298" y="1742"/>
                  </a:lnTo>
                  <a:lnTo>
                    <a:pt x="264" y="1613"/>
                  </a:lnTo>
                  <a:lnTo>
                    <a:pt x="230" y="1483"/>
                  </a:lnTo>
                  <a:lnTo>
                    <a:pt x="196" y="1348"/>
                  </a:lnTo>
                  <a:lnTo>
                    <a:pt x="166" y="1206"/>
                  </a:lnTo>
                  <a:lnTo>
                    <a:pt x="138" y="1063"/>
                  </a:lnTo>
                  <a:lnTo>
                    <a:pt x="111" y="914"/>
                  </a:lnTo>
                  <a:lnTo>
                    <a:pt x="85" y="761"/>
                  </a:lnTo>
                  <a:lnTo>
                    <a:pt x="62" y="605"/>
                  </a:lnTo>
                  <a:lnTo>
                    <a:pt x="41" y="443"/>
                  </a:lnTo>
                  <a:lnTo>
                    <a:pt x="23" y="277"/>
                  </a:lnTo>
                  <a:lnTo>
                    <a:pt x="8" y="106"/>
                  </a:lnTo>
                  <a:moveTo>
                    <a:pt x="6" y="0"/>
                  </a:moveTo>
                  <a:lnTo>
                    <a:pt x="0" y="15"/>
                  </a:lnTo>
                  <a:lnTo>
                    <a:pt x="0" y="15"/>
                  </a:lnTo>
                  <a:lnTo>
                    <a:pt x="8" y="106"/>
                  </a:lnTo>
                  <a:lnTo>
                    <a:pt x="6" y="0"/>
                  </a:lnTo>
                </a:path>
              </a:pathLst>
            </a:custGeom>
            <a:solidFill>
              <a:schemeClr val="accent3">
                <a:lumMod val="25000"/>
                <a:alpha val="19000"/>
              </a:schemeClr>
            </a:solidFill>
            <a:ln w="9525">
              <a:noFill/>
              <a:round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txBody>
            <a:bodyPr anchor="ctr"/>
            <a:p>
              <a:pPr lvl="0" algn="ctr">
                <a:defRPr lang="ko-KR" altLang="en-US"/>
              </a:pPr>
              <a:endParaRPr lang="en-US" altLang="ko-KR"/>
            </a:p>
          </p:txBody>
        </p:sp>
        <p:sp>
          <p:nvSpPr>
            <p:cNvPr id="15" name=""/>
            <p:cNvSpPr>
              <a:spLocks noEditPoints="1"/>
            </p:cNvSpPr>
            <p:nvPr/>
          </p:nvSpPr>
          <p:spPr>
            <a:xfrm>
              <a:off x="-9525" y="3276600"/>
              <a:ext cx="5927725" cy="3667124"/>
            </a:xfrm>
            <a:custGeom>
              <a:avLst/>
              <a:gdLst/>
              <a:cxnLst>
                <a:cxn ang="0">
                  <a:pos x="3465" y="4260"/>
                </a:cxn>
                <a:cxn ang="0">
                  <a:pos x="3568" y="4262"/>
                </a:cxn>
                <a:cxn ang="0">
                  <a:pos x="3639" y="4262"/>
                </a:cxn>
                <a:cxn ang="0">
                  <a:pos x="3734" y="4256"/>
                </a:cxn>
                <a:cxn ang="0">
                  <a:pos x="0" y="4320"/>
                </a:cxn>
                <a:cxn ang="0">
                  <a:pos x="3465" y="4260"/>
                </a:cxn>
                <a:cxn ang="0">
                  <a:pos x="3299" y="4248"/>
                </a:cxn>
                <a:cxn ang="0">
                  <a:pos x="3102" y="4225"/>
                </a:cxn>
                <a:cxn ang="0">
                  <a:pos x="2880" y="4183"/>
                </a:cxn>
                <a:cxn ang="0">
                  <a:pos x="2760" y="4154"/>
                </a:cxn>
                <a:cxn ang="0">
                  <a:pos x="2636" y="4117"/>
                </a:cxn>
                <a:cxn ang="0">
                  <a:pos x="2509" y="4076"/>
                </a:cxn>
                <a:cxn ang="0">
                  <a:pos x="2379" y="4026"/>
                </a:cxn>
                <a:cxn ang="0">
                  <a:pos x="2246" y="3970"/>
                </a:cxn>
                <a:cxn ang="0">
                  <a:pos x="2111" y="3904"/>
                </a:cxn>
                <a:cxn ang="0">
                  <a:pos x="1975" y="3829"/>
                </a:cxn>
                <a:cxn ang="0">
                  <a:pos x="1838" y="3746"/>
                </a:cxn>
                <a:cxn ang="0">
                  <a:pos x="1701" y="3653"/>
                </a:cxn>
                <a:cxn ang="0">
                  <a:pos x="1565" y="3549"/>
                </a:cxn>
                <a:cxn ang="0">
                  <a:pos x="1430" y="3433"/>
                </a:cxn>
                <a:cxn ang="0">
                  <a:pos x="1299" y="3307"/>
                </a:cxn>
                <a:cxn ang="0">
                  <a:pos x="1167" y="3168"/>
                </a:cxn>
                <a:cxn ang="0">
                  <a:pos x="1042" y="3015"/>
                </a:cxn>
                <a:cxn ang="0">
                  <a:pos x="918" y="2851"/>
                </a:cxn>
                <a:cxn ang="0">
                  <a:pos x="800" y="2671"/>
                </a:cxn>
                <a:cxn ang="0">
                  <a:pos x="686" y="2478"/>
                </a:cxn>
                <a:cxn ang="0">
                  <a:pos x="580" y="2269"/>
                </a:cxn>
                <a:cxn ang="0">
                  <a:pos x="479" y="2047"/>
                </a:cxn>
                <a:cxn ang="0">
                  <a:pos x="385" y="1807"/>
                </a:cxn>
                <a:cxn ang="0">
                  <a:pos x="300" y="1550"/>
                </a:cxn>
                <a:cxn ang="0">
                  <a:pos x="222" y="1276"/>
                </a:cxn>
                <a:cxn ang="0">
                  <a:pos x="153" y="986"/>
                </a:cxn>
                <a:cxn ang="0">
                  <a:pos x="95" y="677"/>
                </a:cxn>
                <a:cxn ang="0">
                  <a:pos x="46" y="348"/>
                </a:cxn>
                <a:cxn ang="0">
                  <a:pos x="8" y="0"/>
                </a:cxn>
              </a:cxnLst>
              <a:rect l="0" t="0" r="r" b="b"/>
              <a:pathLst>
                <a:path w="3734" h="4320">
                  <a:moveTo>
                    <a:pt x="3734" y="4256"/>
                  </a:moveTo>
                  <a:lnTo>
                    <a:pt x="3465" y="4260"/>
                  </a:lnTo>
                  <a:lnTo>
                    <a:pt x="3465" y="4260"/>
                  </a:lnTo>
                  <a:lnTo>
                    <a:pt x="3568" y="4262"/>
                  </a:lnTo>
                  <a:lnTo>
                    <a:pt x="3568" y="4262"/>
                  </a:lnTo>
                  <a:lnTo>
                    <a:pt x="3639" y="4262"/>
                  </a:lnTo>
                  <a:lnTo>
                    <a:pt x="3691" y="4258"/>
                  </a:lnTo>
                  <a:lnTo>
                    <a:pt x="3734" y="4256"/>
                  </a:lnTo>
                  <a:moveTo>
                    <a:pt x="8" y="0"/>
                  </a:moveTo>
                  <a:lnTo>
                    <a:pt x="0" y="4320"/>
                  </a:lnTo>
                  <a:lnTo>
                    <a:pt x="3465" y="4260"/>
                  </a:lnTo>
                  <a:lnTo>
                    <a:pt x="3465" y="4260"/>
                  </a:lnTo>
                  <a:lnTo>
                    <a:pt x="3386" y="4256"/>
                  </a:lnTo>
                  <a:lnTo>
                    <a:pt x="3299" y="4248"/>
                  </a:lnTo>
                  <a:lnTo>
                    <a:pt x="3204" y="4239"/>
                  </a:lnTo>
                  <a:lnTo>
                    <a:pt x="3102" y="4225"/>
                  </a:lnTo>
                  <a:lnTo>
                    <a:pt x="2994" y="4206"/>
                  </a:lnTo>
                  <a:lnTo>
                    <a:pt x="2880" y="4183"/>
                  </a:lnTo>
                  <a:lnTo>
                    <a:pt x="2820" y="4169"/>
                  </a:lnTo>
                  <a:lnTo>
                    <a:pt x="2760" y="4154"/>
                  </a:lnTo>
                  <a:lnTo>
                    <a:pt x="2700" y="4136"/>
                  </a:lnTo>
                  <a:lnTo>
                    <a:pt x="2636" y="4117"/>
                  </a:lnTo>
                  <a:lnTo>
                    <a:pt x="2574" y="4098"/>
                  </a:lnTo>
                  <a:lnTo>
                    <a:pt x="2509" y="4076"/>
                  </a:lnTo>
                  <a:lnTo>
                    <a:pt x="2445" y="4051"/>
                  </a:lnTo>
                  <a:lnTo>
                    <a:pt x="2379" y="4026"/>
                  </a:lnTo>
                  <a:lnTo>
                    <a:pt x="2313" y="3999"/>
                  </a:lnTo>
                  <a:lnTo>
                    <a:pt x="2246" y="3970"/>
                  </a:lnTo>
                  <a:lnTo>
                    <a:pt x="2178" y="3937"/>
                  </a:lnTo>
                  <a:lnTo>
                    <a:pt x="2111" y="3904"/>
                  </a:lnTo>
                  <a:lnTo>
                    <a:pt x="2043" y="3868"/>
                  </a:lnTo>
                  <a:lnTo>
                    <a:pt x="1975" y="3829"/>
                  </a:lnTo>
                  <a:lnTo>
                    <a:pt x="1906" y="3788"/>
                  </a:lnTo>
                  <a:lnTo>
                    <a:pt x="1838" y="3746"/>
                  </a:lnTo>
                  <a:lnTo>
                    <a:pt x="1770" y="3701"/>
                  </a:lnTo>
                  <a:lnTo>
                    <a:pt x="1701" y="3653"/>
                  </a:lnTo>
                  <a:lnTo>
                    <a:pt x="1633" y="3601"/>
                  </a:lnTo>
                  <a:lnTo>
                    <a:pt x="1565" y="3549"/>
                  </a:lnTo>
                  <a:lnTo>
                    <a:pt x="1498" y="3493"/>
                  </a:lnTo>
                  <a:lnTo>
                    <a:pt x="1430" y="3433"/>
                  </a:lnTo>
                  <a:lnTo>
                    <a:pt x="1364" y="3371"/>
                  </a:lnTo>
                  <a:lnTo>
                    <a:pt x="1299" y="3307"/>
                  </a:lnTo>
                  <a:lnTo>
                    <a:pt x="1233" y="3238"/>
                  </a:lnTo>
                  <a:lnTo>
                    <a:pt x="1167" y="3168"/>
                  </a:lnTo>
                  <a:lnTo>
                    <a:pt x="1104" y="3093"/>
                  </a:lnTo>
                  <a:lnTo>
                    <a:pt x="1042" y="3015"/>
                  </a:lnTo>
                  <a:lnTo>
                    <a:pt x="980" y="2934"/>
                  </a:lnTo>
                  <a:lnTo>
                    <a:pt x="918" y="2851"/>
                  </a:lnTo>
                  <a:lnTo>
                    <a:pt x="858" y="2762"/>
                  </a:lnTo>
                  <a:lnTo>
                    <a:pt x="800" y="2671"/>
                  </a:lnTo>
                  <a:lnTo>
                    <a:pt x="742" y="2577"/>
                  </a:lnTo>
                  <a:lnTo>
                    <a:pt x="686" y="2478"/>
                  </a:lnTo>
                  <a:lnTo>
                    <a:pt x="632" y="2376"/>
                  </a:lnTo>
                  <a:lnTo>
                    <a:pt x="580" y="2269"/>
                  </a:lnTo>
                  <a:lnTo>
                    <a:pt x="528" y="2159"/>
                  </a:lnTo>
                  <a:lnTo>
                    <a:pt x="479" y="2047"/>
                  </a:lnTo>
                  <a:lnTo>
                    <a:pt x="431" y="1929"/>
                  </a:lnTo>
                  <a:lnTo>
                    <a:pt x="385" y="1807"/>
                  </a:lnTo>
                  <a:lnTo>
                    <a:pt x="340" y="1680"/>
                  </a:lnTo>
                  <a:lnTo>
                    <a:pt x="300" y="1550"/>
                  </a:lnTo>
                  <a:lnTo>
                    <a:pt x="259" y="1415"/>
                  </a:lnTo>
                  <a:lnTo>
                    <a:pt x="222" y="1276"/>
                  </a:lnTo>
                  <a:lnTo>
                    <a:pt x="186" y="1133"/>
                  </a:lnTo>
                  <a:lnTo>
                    <a:pt x="153" y="986"/>
                  </a:lnTo>
                  <a:lnTo>
                    <a:pt x="122" y="833"/>
                  </a:lnTo>
                  <a:lnTo>
                    <a:pt x="95" y="677"/>
                  </a:lnTo>
                  <a:lnTo>
                    <a:pt x="70" y="514"/>
                  </a:lnTo>
                  <a:lnTo>
                    <a:pt x="46" y="348"/>
                  </a:lnTo>
                  <a:lnTo>
                    <a:pt x="25" y="176"/>
                  </a:lnTo>
                  <a:lnTo>
                    <a:pt x="8" y="0"/>
                  </a:lnTo>
                </a:path>
              </a:pathLst>
            </a:custGeom>
            <a:solidFill>
              <a:schemeClr val="accent3">
                <a:lumMod val="25000"/>
                <a:alpha val="15000"/>
              </a:schemeClr>
            </a:solidFill>
            <a:ln w="9525">
              <a:noFill/>
              <a:round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txBody>
            <a:bodyPr anchor="ctr"/>
            <a:p>
              <a:pPr lvl="0" algn="ctr">
                <a:defRPr lang="ko-KR" altLang="en-US"/>
              </a:pPr>
              <a:endParaRPr lang="en-US" altLang="ko-KR"/>
            </a:p>
          </p:txBody>
        </p:sp>
      </p:grpSp>
      <p:sp>
        <p:nvSpPr>
          <p:cNvPr id="2" name=""/>
          <p:cNvSpPr>
            <a:spLocks noGrp="1"/>
          </p:cNvSpPr>
          <p:nvPr>
            <p:ph type="ctrTitle" idx="0"/>
          </p:nvPr>
        </p:nvSpPr>
        <p:spPr>
          <a:xfrm>
            <a:off x="914399" y="2386585"/>
            <a:ext cx="10363199" cy="957706"/>
          </a:xfrm>
        </p:spPr>
        <p:txBody>
          <a:bodyPr/>
          <a:lstStyle>
            <a:lvl1pPr algn="ctr">
              <a:defRPr sz="4800" b="0"/>
            </a:lvl1pPr>
          </a:lstStyle>
          <a:p>
            <a:pPr lvl="0">
              <a:defRPr lang="ko-KR" altLang="en-US"/>
            </a:pPr>
            <a:r>
              <a:rPr lang="ko-KR" altLang="en-US"/>
              <a:t>마스터 제목 스타일 편집</a:t>
            </a:r>
            <a:endParaRPr lang="ko-KR" altLang="en-US"/>
          </a:p>
        </p:txBody>
      </p:sp>
      <p:sp>
        <p:nvSpPr>
          <p:cNvPr id="3" name=""/>
          <p:cNvSpPr>
            <a:spLocks noGrp="1"/>
          </p:cNvSpPr>
          <p:nvPr>
            <p:ph type="subTitle" idx="1"/>
          </p:nvPr>
        </p:nvSpPr>
        <p:spPr>
          <a:xfrm>
            <a:off x="1828799" y="3357562"/>
            <a:ext cx="8534399" cy="571504"/>
          </a:xfrm>
        </p:spPr>
        <p:txBody>
          <a:bodyPr/>
          <a:lstStyle>
            <a:lvl1pPr marL="0" indent="0" algn="ctr">
              <a:buNone/>
              <a:defRPr sz="2800">
                <a:solidFill>
                  <a:schemeClr val="accent6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 lang="ko-KR" altLang="en-US"/>
            </a:pPr>
            <a:r>
              <a:rPr lang="ko-KR" altLang="en-US"/>
              <a:t>마스터 부제목 스타일 편집</a:t>
            </a:r>
            <a:endParaRPr lang="ko-KR" altLang="en-US"/>
          </a:p>
        </p:txBody>
      </p:sp>
      <p:sp>
        <p:nvSpPr>
          <p:cNvPr id="4" name="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 lang="ko-KR" altLang="en-US"/>
            </a:pPr>
            <a:fld id="{068296F2-757A-4AD3-AE92-44DBDC3C59EF}" type="datetime1">
              <a:rPr lang="ko-KR" altLang="en-US"/>
              <a:pPr lvl="0">
                <a:defRPr lang="ko-KR" altLang="en-US"/>
              </a:pPr>
              <a:t>2026-06-30</a:t>
            </a:fld>
            <a:endParaRPr lang="en-US" altLang="en-US"/>
          </a:p>
        </p:txBody>
      </p:sp>
      <p:sp>
        <p:nvSpPr>
          <p:cNvPr id="5" name="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 lang="ko-KR" altLang="en-US"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6" name="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 lang="ko-KR" altLang="en-US"/>
            </a:pPr>
            <a:fld id="{DF28FB93-0A08-4E7D-8E63-9EFA29F1E093}" type="slidenum">
              <a:rPr lang="en-US" altLang="en-US"/>
              <a:pPr lvl="0">
                <a:defRPr lang="ko-KR" altLang="en-US"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58047513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2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제목 및 내용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 type="title" idx="0"/>
          </p:nvPr>
        </p:nvSpPr>
        <p:spPr>
          <a:xfrm>
            <a:off x="609599" y="305956"/>
            <a:ext cx="10972799" cy="923925"/>
          </a:xfrm>
        </p:spPr>
        <p:txBody>
          <a:bodyPr/>
          <a:lstStyle>
            <a:lvl1pPr>
              <a:defRPr sz="3600"/>
            </a:lvl1pPr>
          </a:lstStyle>
          <a:p>
            <a:pPr lvl="0">
              <a:defRPr lang="ko-KR" altLang="en-US"/>
            </a:pPr>
            <a:r>
              <a:rPr lang="ko-KR" altLang="en-US"/>
              <a:t>마스터 제목 스타일 편집</a:t>
            </a:r>
            <a:endParaRPr lang="ko-KR" altLang="en-US"/>
          </a:p>
        </p:txBody>
      </p:sp>
      <p:sp>
        <p:nvSpPr>
          <p:cNvPr id="3" name="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  <a:endParaRPr lang="ko-KR" altLang="en-US"/>
          </a:p>
          <a:p>
            <a:pPr lvl="1">
              <a:defRPr lang="ko-KR" altLang="en-US"/>
            </a:pPr>
            <a:r>
              <a:rPr lang="ko-KR" altLang="en-US"/>
              <a:t>둘째 수준</a:t>
            </a:r>
            <a:endParaRPr lang="ko-KR" altLang="en-US"/>
          </a:p>
          <a:p>
            <a:pPr lvl="2">
              <a:defRPr lang="ko-KR" altLang="en-US"/>
            </a:pPr>
            <a:r>
              <a:rPr lang="ko-KR" altLang="en-US"/>
              <a:t>셋째 수준</a:t>
            </a:r>
            <a:endParaRPr lang="ko-KR" altLang="en-US"/>
          </a:p>
          <a:p>
            <a:pPr lvl="3">
              <a:defRPr lang="ko-KR" altLang="en-US"/>
            </a:pPr>
            <a:r>
              <a:rPr lang="ko-KR" altLang="en-US"/>
              <a:t>넷째 수준</a:t>
            </a:r>
            <a:endParaRPr lang="ko-KR" altLang="en-US"/>
          </a:p>
          <a:p>
            <a:pPr lvl="4">
              <a:defRPr lang="ko-KR" altLang="en-US"/>
            </a:pPr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4" name="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pPr lvl="0">
              <a:defRPr lang="ko-KR" altLang="en-US"/>
            </a:pPr>
            <a:fld id="{63025B51-A645-4327-94CB-234FE6665743}" type="datetime1">
              <a:rPr lang="ko-KR" altLang="en-US"/>
              <a:pPr lvl="0">
                <a:defRPr lang="ko-KR" altLang="en-US"/>
              </a:pPr>
              <a:t>2026-06-30</a:t>
            </a:fld>
            <a:endParaRPr lang="ko-KR" altLang="en-US"/>
          </a:p>
        </p:txBody>
      </p:sp>
      <p:sp>
        <p:nvSpPr>
          <p:cNvPr id="5" name="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pPr lvl="0">
              <a:defRPr lang="ko-KR" altLang="en-US"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6" name="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pPr lvl="0">
              <a:defRPr lang="ko-KR" altLang="en-US"/>
            </a:pPr>
            <a:fld id="{7689D65B-B557-4199-BC6A-66D78FAB8C53}" type="slidenum">
              <a:rPr lang="ko-KR" altLang="en-US"/>
              <a:pPr lvl="0">
                <a:defRPr lang="ko-KR" altLang="en-US"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1393041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3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빈 화면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 lang="ko-KR" altLang="en-US"/>
            </a:pPr>
            <a:fld id="{69AE71A8-65A3-45D4-9F37-88A5CF9250D9}" type="datetime1">
              <a:rPr lang="ko-KR" altLang="en-US"/>
              <a:pPr lvl="0">
                <a:defRPr lang="ko-KR" altLang="en-US"/>
              </a:pPr>
              <a:t>2026-06-30</a:t>
            </a:fld>
            <a:endParaRPr lang="ko-KR" altLang="en-US"/>
          </a:p>
        </p:txBody>
      </p:sp>
      <p:sp>
        <p:nvSpPr>
          <p:cNvPr id="3" name="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 lang="ko-KR" altLang="en-US"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 lang="ko-KR" altLang="en-US"/>
            </a:pPr>
            <a:fld id="{7689D65B-B557-4199-BC6A-66D78FAB8C53}" type="slidenum">
              <a:rPr lang="ko-KR" altLang="en-US"/>
              <a:pPr lvl="0">
                <a:defRPr lang="ko-KR" altLang="en-US"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2610661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4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1" matchingName="구역 머리글" type="secHead" preserve="1">
  <p:cSld name="구역 머리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"/>
          <p:cNvGrpSpPr/>
          <p:nvPr/>
        </p:nvGrpSpPr>
        <p:grpSpPr>
          <a:xfrm rot="0">
            <a:off x="-22569" y="0"/>
            <a:ext cx="6790338" cy="6943724"/>
            <a:chOff x="-16927" y="0"/>
            <a:chExt cx="5092754" cy="6943724"/>
          </a:xfrm>
        </p:grpSpPr>
        <p:sp>
          <p:nvSpPr>
            <p:cNvPr id="8" name=""/>
            <p:cNvSpPr>
              <a:spLocks noEditPoints="1"/>
            </p:cNvSpPr>
            <p:nvPr/>
          </p:nvSpPr>
          <p:spPr>
            <a:xfrm flipV="1">
              <a:off x="-16927" y="3581401"/>
              <a:ext cx="5085353" cy="3276599"/>
            </a:xfrm>
            <a:custGeom>
              <a:avLst/>
              <a:gdLst/>
              <a:cxnLst>
                <a:cxn ang="0">
                  <a:pos x="8" y="0"/>
                </a:cxn>
                <a:cxn ang="0">
                  <a:pos x="0" y="3710"/>
                </a:cxn>
                <a:cxn ang="0">
                  <a:pos x="22" y="3628"/>
                </a:cxn>
                <a:cxn ang="0">
                  <a:pos x="64" y="3488"/>
                </a:cxn>
                <a:cxn ang="0">
                  <a:pos x="136" y="3294"/>
                </a:cxn>
                <a:cxn ang="0">
                  <a:pos x="212" y="3116"/>
                </a:cxn>
                <a:cxn ang="0">
                  <a:pos x="274" y="2986"/>
                </a:cxn>
                <a:cxn ang="0">
                  <a:pos x="348" y="2846"/>
                </a:cxn>
                <a:cxn ang="0">
                  <a:pos x="432" y="2700"/>
                </a:cxn>
                <a:cxn ang="0">
                  <a:pos x="528" y="2548"/>
                </a:cxn>
                <a:cxn ang="0">
                  <a:pos x="636" y="2390"/>
                </a:cxn>
                <a:cxn ang="0">
                  <a:pos x="756" y="2228"/>
                </a:cxn>
                <a:cxn ang="0">
                  <a:pos x="892" y="2064"/>
                </a:cxn>
                <a:cxn ang="0">
                  <a:pos x="1040" y="1898"/>
                </a:cxn>
                <a:cxn ang="0">
                  <a:pos x="1204" y="1730"/>
                </a:cxn>
                <a:cxn ang="0">
                  <a:pos x="1384" y="1566"/>
                </a:cxn>
                <a:cxn ang="0">
                  <a:pos x="1580" y="1402"/>
                </a:cxn>
                <a:cxn ang="0">
                  <a:pos x="1794" y="1240"/>
                </a:cxn>
                <a:cxn ang="0">
                  <a:pos x="2024" y="1084"/>
                </a:cxn>
                <a:cxn ang="0">
                  <a:pos x="2274" y="934"/>
                </a:cxn>
                <a:cxn ang="0">
                  <a:pos x="2542" y="790"/>
                </a:cxn>
                <a:cxn ang="0">
                  <a:pos x="2830" y="654"/>
                </a:cxn>
                <a:cxn ang="0">
                  <a:pos x="3140" y="526"/>
                </a:cxn>
                <a:cxn ang="0">
                  <a:pos x="3468" y="410"/>
                </a:cxn>
                <a:cxn ang="0">
                  <a:pos x="3820" y="304"/>
                </a:cxn>
                <a:cxn ang="0">
                  <a:pos x="4194" y="210"/>
                </a:cxn>
                <a:cxn ang="0">
                  <a:pos x="4590" y="132"/>
                </a:cxn>
                <a:cxn ang="0">
                  <a:pos x="5012" y="66"/>
                </a:cxn>
                <a:cxn ang="0">
                  <a:pos x="5230" y="40"/>
                </a:cxn>
                <a:cxn ang="0">
                  <a:pos x="5456" y="18"/>
                </a:cxn>
                <a:cxn ang="0">
                  <a:pos x="5688" y="0"/>
                </a:cxn>
                <a:cxn ang="0">
                  <a:pos x="5688" y="0"/>
                </a:cxn>
              </a:cxnLst>
              <a:rect l="0" t="0" r="r" b="b"/>
              <a:pathLst>
                <a:path w="5688" h="3710">
                  <a:moveTo>
                    <a:pt x="5688" y="0"/>
                  </a:moveTo>
                  <a:lnTo>
                    <a:pt x="8" y="0"/>
                  </a:lnTo>
                  <a:lnTo>
                    <a:pt x="0" y="3710"/>
                  </a:lnTo>
                  <a:lnTo>
                    <a:pt x="0" y="3710"/>
                  </a:lnTo>
                  <a:lnTo>
                    <a:pt x="10" y="3672"/>
                  </a:lnTo>
                  <a:lnTo>
                    <a:pt x="22" y="3628"/>
                  </a:lnTo>
                  <a:lnTo>
                    <a:pt x="40" y="3566"/>
                  </a:lnTo>
                  <a:lnTo>
                    <a:pt x="64" y="3488"/>
                  </a:lnTo>
                  <a:lnTo>
                    <a:pt x="96" y="3396"/>
                  </a:lnTo>
                  <a:lnTo>
                    <a:pt x="136" y="3294"/>
                  </a:lnTo>
                  <a:lnTo>
                    <a:pt x="184" y="3178"/>
                  </a:lnTo>
                  <a:lnTo>
                    <a:pt x="212" y="3116"/>
                  </a:lnTo>
                  <a:lnTo>
                    <a:pt x="242" y="3052"/>
                  </a:lnTo>
                  <a:lnTo>
                    <a:pt x="274" y="2986"/>
                  </a:lnTo>
                  <a:lnTo>
                    <a:pt x="310" y="2918"/>
                  </a:lnTo>
                  <a:lnTo>
                    <a:pt x="348" y="2846"/>
                  </a:lnTo>
                  <a:lnTo>
                    <a:pt x="388" y="2774"/>
                  </a:lnTo>
                  <a:lnTo>
                    <a:pt x="432" y="2700"/>
                  </a:lnTo>
                  <a:lnTo>
                    <a:pt x="478" y="2624"/>
                  </a:lnTo>
                  <a:lnTo>
                    <a:pt x="528" y="2548"/>
                  </a:lnTo>
                  <a:lnTo>
                    <a:pt x="580" y="2470"/>
                  </a:lnTo>
                  <a:lnTo>
                    <a:pt x="636" y="2390"/>
                  </a:lnTo>
                  <a:lnTo>
                    <a:pt x="694" y="2310"/>
                  </a:lnTo>
                  <a:lnTo>
                    <a:pt x="756" y="2228"/>
                  </a:lnTo>
                  <a:lnTo>
                    <a:pt x="822" y="2146"/>
                  </a:lnTo>
                  <a:lnTo>
                    <a:pt x="892" y="2064"/>
                  </a:lnTo>
                  <a:lnTo>
                    <a:pt x="964" y="1980"/>
                  </a:lnTo>
                  <a:lnTo>
                    <a:pt x="1040" y="1898"/>
                  </a:lnTo>
                  <a:lnTo>
                    <a:pt x="1120" y="1814"/>
                  </a:lnTo>
                  <a:lnTo>
                    <a:pt x="1204" y="1730"/>
                  </a:lnTo>
                  <a:lnTo>
                    <a:pt x="1292" y="1648"/>
                  </a:lnTo>
                  <a:lnTo>
                    <a:pt x="1384" y="1566"/>
                  </a:lnTo>
                  <a:lnTo>
                    <a:pt x="1480" y="1482"/>
                  </a:lnTo>
                  <a:lnTo>
                    <a:pt x="1580" y="1402"/>
                  </a:lnTo>
                  <a:lnTo>
                    <a:pt x="1684" y="1320"/>
                  </a:lnTo>
                  <a:lnTo>
                    <a:pt x="1794" y="1240"/>
                  </a:lnTo>
                  <a:lnTo>
                    <a:pt x="1906" y="1162"/>
                  </a:lnTo>
                  <a:lnTo>
                    <a:pt x="2024" y="1084"/>
                  </a:lnTo>
                  <a:lnTo>
                    <a:pt x="2146" y="1008"/>
                  </a:lnTo>
                  <a:lnTo>
                    <a:pt x="2274" y="934"/>
                  </a:lnTo>
                  <a:lnTo>
                    <a:pt x="2406" y="860"/>
                  </a:lnTo>
                  <a:lnTo>
                    <a:pt x="2542" y="790"/>
                  </a:lnTo>
                  <a:lnTo>
                    <a:pt x="2684" y="720"/>
                  </a:lnTo>
                  <a:lnTo>
                    <a:pt x="2830" y="654"/>
                  </a:lnTo>
                  <a:lnTo>
                    <a:pt x="2982" y="588"/>
                  </a:lnTo>
                  <a:lnTo>
                    <a:pt x="3140" y="526"/>
                  </a:lnTo>
                  <a:lnTo>
                    <a:pt x="3302" y="466"/>
                  </a:lnTo>
                  <a:lnTo>
                    <a:pt x="3468" y="410"/>
                  </a:lnTo>
                  <a:lnTo>
                    <a:pt x="3642" y="354"/>
                  </a:lnTo>
                  <a:lnTo>
                    <a:pt x="3820" y="304"/>
                  </a:lnTo>
                  <a:lnTo>
                    <a:pt x="4004" y="256"/>
                  </a:lnTo>
                  <a:lnTo>
                    <a:pt x="4194" y="210"/>
                  </a:lnTo>
                  <a:lnTo>
                    <a:pt x="4390" y="170"/>
                  </a:lnTo>
                  <a:lnTo>
                    <a:pt x="4590" y="132"/>
                  </a:lnTo>
                  <a:lnTo>
                    <a:pt x="4798" y="98"/>
                  </a:lnTo>
                  <a:lnTo>
                    <a:pt x="5012" y="66"/>
                  </a:lnTo>
                  <a:lnTo>
                    <a:pt x="5120" y="54"/>
                  </a:lnTo>
                  <a:lnTo>
                    <a:pt x="5230" y="40"/>
                  </a:lnTo>
                  <a:lnTo>
                    <a:pt x="5344" y="28"/>
                  </a:lnTo>
                  <a:lnTo>
                    <a:pt x="5456" y="18"/>
                  </a:lnTo>
                  <a:lnTo>
                    <a:pt x="5572" y="8"/>
                  </a:lnTo>
                  <a:lnTo>
                    <a:pt x="5688" y="0"/>
                  </a:lnTo>
                  <a:moveTo>
                    <a:pt x="5688" y="0"/>
                  </a:moveTo>
                  <a:lnTo>
                    <a:pt x="5688" y="0"/>
                  </a:lnTo>
                </a:path>
              </a:pathLst>
            </a:custGeom>
            <a:solidFill>
              <a:schemeClr val="accent1">
                <a:lumMod val="60000"/>
                <a:lumOff val="40000"/>
                <a:alpha val="72000"/>
              </a:schemeClr>
            </a:solidFill>
            <a:ln w="9525">
              <a:noFill/>
              <a:round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txBody>
            <a:bodyPr anchor="ctr"/>
            <a:p>
              <a:pPr lvl="0" algn="ctr">
                <a:defRPr lang="ko-KR" altLang="en-US"/>
              </a:pPr>
              <a:endParaRPr lang="en-US" altLang="ko-KR"/>
            </a:p>
          </p:txBody>
        </p:sp>
        <p:sp>
          <p:nvSpPr>
            <p:cNvPr id="9" name=""/>
            <p:cNvSpPr>
              <a:spLocks noEditPoints="1"/>
            </p:cNvSpPr>
            <p:nvPr/>
          </p:nvSpPr>
          <p:spPr>
            <a:xfrm flipV="1">
              <a:off x="-9526" y="4492843"/>
              <a:ext cx="5085353" cy="2365157"/>
            </a:xfrm>
            <a:custGeom>
              <a:avLst/>
              <a:gdLst/>
              <a:cxnLst>
                <a:cxn ang="0">
                  <a:pos x="5688" y="0"/>
                </a:cxn>
                <a:cxn ang="0">
                  <a:pos x="8" y="0"/>
                </a:cxn>
                <a:cxn ang="0">
                  <a:pos x="0" y="2678"/>
                </a:cxn>
                <a:cxn ang="0">
                  <a:pos x="0" y="2678"/>
                </a:cxn>
                <a:cxn ang="0">
                  <a:pos x="10" y="2652"/>
                </a:cxn>
                <a:cxn ang="0">
                  <a:pos x="22" y="2618"/>
                </a:cxn>
                <a:cxn ang="0">
                  <a:pos x="40" y="2574"/>
                </a:cxn>
                <a:cxn ang="0">
                  <a:pos x="64" y="2518"/>
                </a:cxn>
                <a:cxn ang="0">
                  <a:pos x="96" y="2452"/>
                </a:cxn>
                <a:cxn ang="0">
                  <a:pos x="136" y="2378"/>
                </a:cxn>
                <a:cxn ang="0">
                  <a:pos x="184" y="2294"/>
                </a:cxn>
                <a:cxn ang="0">
                  <a:pos x="242" y="2204"/>
                </a:cxn>
                <a:cxn ang="0">
                  <a:pos x="274" y="2156"/>
                </a:cxn>
                <a:cxn ang="0">
                  <a:pos x="310" y="2106"/>
                </a:cxn>
                <a:cxn ang="0">
                  <a:pos x="348" y="2056"/>
                </a:cxn>
                <a:cxn ang="0">
                  <a:pos x="388" y="2002"/>
                </a:cxn>
                <a:cxn ang="0">
                  <a:pos x="432" y="1950"/>
                </a:cxn>
                <a:cxn ang="0">
                  <a:pos x="478" y="1894"/>
                </a:cxn>
                <a:cxn ang="0">
                  <a:pos x="528" y="1840"/>
                </a:cxn>
                <a:cxn ang="0">
                  <a:pos x="580" y="1782"/>
                </a:cxn>
                <a:cxn ang="0">
                  <a:pos x="636" y="1726"/>
                </a:cxn>
                <a:cxn ang="0">
                  <a:pos x="694" y="1668"/>
                </a:cxn>
                <a:cxn ang="0">
                  <a:pos x="756" y="1608"/>
                </a:cxn>
                <a:cxn ang="0">
                  <a:pos x="822" y="1550"/>
                </a:cxn>
                <a:cxn ang="0">
                  <a:pos x="892" y="1490"/>
                </a:cxn>
                <a:cxn ang="0">
                  <a:pos x="964" y="1430"/>
                </a:cxn>
                <a:cxn ang="0">
                  <a:pos x="1040" y="1370"/>
                </a:cxn>
                <a:cxn ang="0">
                  <a:pos x="1120" y="1310"/>
                </a:cxn>
                <a:cxn ang="0">
                  <a:pos x="1204" y="1250"/>
                </a:cxn>
                <a:cxn ang="0">
                  <a:pos x="1292" y="1190"/>
                </a:cxn>
                <a:cxn ang="0">
                  <a:pos x="1384" y="1130"/>
                </a:cxn>
                <a:cxn ang="0">
                  <a:pos x="1480" y="1070"/>
                </a:cxn>
                <a:cxn ang="0">
                  <a:pos x="1580" y="1012"/>
                </a:cxn>
                <a:cxn ang="0">
                  <a:pos x="1684" y="954"/>
                </a:cxn>
                <a:cxn ang="0">
                  <a:pos x="1794" y="896"/>
                </a:cxn>
                <a:cxn ang="0">
                  <a:pos x="1906" y="840"/>
                </a:cxn>
                <a:cxn ang="0">
                  <a:pos x="2024" y="784"/>
                </a:cxn>
                <a:cxn ang="0">
                  <a:pos x="2146" y="728"/>
                </a:cxn>
                <a:cxn ang="0">
                  <a:pos x="2274" y="674"/>
                </a:cxn>
                <a:cxn ang="0">
                  <a:pos x="2406" y="622"/>
                </a:cxn>
                <a:cxn ang="0">
                  <a:pos x="2542" y="570"/>
                </a:cxn>
                <a:cxn ang="0">
                  <a:pos x="2684" y="520"/>
                </a:cxn>
                <a:cxn ang="0">
                  <a:pos x="2830" y="472"/>
                </a:cxn>
                <a:cxn ang="0">
                  <a:pos x="2982" y="426"/>
                </a:cxn>
                <a:cxn ang="0">
                  <a:pos x="3140" y="380"/>
                </a:cxn>
                <a:cxn ang="0">
                  <a:pos x="3302" y="336"/>
                </a:cxn>
                <a:cxn ang="0">
                  <a:pos x="3468" y="296"/>
                </a:cxn>
                <a:cxn ang="0">
                  <a:pos x="3642" y="256"/>
                </a:cxn>
                <a:cxn ang="0">
                  <a:pos x="3820" y="220"/>
                </a:cxn>
                <a:cxn ang="0">
                  <a:pos x="4004" y="184"/>
                </a:cxn>
                <a:cxn ang="0">
                  <a:pos x="4194" y="152"/>
                </a:cxn>
                <a:cxn ang="0">
                  <a:pos x="4390" y="122"/>
                </a:cxn>
                <a:cxn ang="0">
                  <a:pos x="4590" y="94"/>
                </a:cxn>
                <a:cxn ang="0">
                  <a:pos x="4798" y="70"/>
                </a:cxn>
                <a:cxn ang="0">
                  <a:pos x="5012" y="48"/>
                </a:cxn>
                <a:cxn ang="0">
                  <a:pos x="5230" y="30"/>
                </a:cxn>
                <a:cxn ang="0">
                  <a:pos x="5456" y="14"/>
                </a:cxn>
                <a:cxn ang="0">
                  <a:pos x="5688" y="0"/>
                </a:cxn>
                <a:cxn ang="0">
                  <a:pos x="5688" y="0"/>
                </a:cxn>
                <a:cxn ang="0">
                  <a:pos x="5688" y="0"/>
                </a:cxn>
              </a:cxnLst>
              <a:rect l="0" t="0" r="r" b="b"/>
              <a:pathLst>
                <a:path w="5688" h="2678">
                  <a:moveTo>
                    <a:pt x="5688" y="0"/>
                  </a:moveTo>
                  <a:lnTo>
                    <a:pt x="8" y="0"/>
                  </a:lnTo>
                  <a:lnTo>
                    <a:pt x="0" y="2678"/>
                  </a:lnTo>
                  <a:lnTo>
                    <a:pt x="0" y="2678"/>
                  </a:lnTo>
                  <a:lnTo>
                    <a:pt x="10" y="2652"/>
                  </a:lnTo>
                  <a:lnTo>
                    <a:pt x="22" y="2618"/>
                  </a:lnTo>
                  <a:lnTo>
                    <a:pt x="40" y="2574"/>
                  </a:lnTo>
                  <a:lnTo>
                    <a:pt x="64" y="2518"/>
                  </a:lnTo>
                  <a:lnTo>
                    <a:pt x="96" y="2452"/>
                  </a:lnTo>
                  <a:lnTo>
                    <a:pt x="136" y="2378"/>
                  </a:lnTo>
                  <a:lnTo>
                    <a:pt x="184" y="2294"/>
                  </a:lnTo>
                  <a:lnTo>
                    <a:pt x="242" y="2204"/>
                  </a:lnTo>
                  <a:lnTo>
                    <a:pt x="274" y="2156"/>
                  </a:lnTo>
                  <a:lnTo>
                    <a:pt x="310" y="2106"/>
                  </a:lnTo>
                  <a:lnTo>
                    <a:pt x="348" y="2056"/>
                  </a:lnTo>
                  <a:lnTo>
                    <a:pt x="388" y="2002"/>
                  </a:lnTo>
                  <a:lnTo>
                    <a:pt x="432" y="1950"/>
                  </a:lnTo>
                  <a:lnTo>
                    <a:pt x="478" y="1894"/>
                  </a:lnTo>
                  <a:lnTo>
                    <a:pt x="528" y="1840"/>
                  </a:lnTo>
                  <a:lnTo>
                    <a:pt x="580" y="1782"/>
                  </a:lnTo>
                  <a:lnTo>
                    <a:pt x="636" y="1726"/>
                  </a:lnTo>
                  <a:lnTo>
                    <a:pt x="694" y="1668"/>
                  </a:lnTo>
                  <a:lnTo>
                    <a:pt x="756" y="1608"/>
                  </a:lnTo>
                  <a:lnTo>
                    <a:pt x="822" y="1550"/>
                  </a:lnTo>
                  <a:lnTo>
                    <a:pt x="892" y="1490"/>
                  </a:lnTo>
                  <a:lnTo>
                    <a:pt x="964" y="1430"/>
                  </a:lnTo>
                  <a:lnTo>
                    <a:pt x="1040" y="1370"/>
                  </a:lnTo>
                  <a:lnTo>
                    <a:pt x="1120" y="1310"/>
                  </a:lnTo>
                  <a:lnTo>
                    <a:pt x="1204" y="1250"/>
                  </a:lnTo>
                  <a:lnTo>
                    <a:pt x="1292" y="1190"/>
                  </a:lnTo>
                  <a:lnTo>
                    <a:pt x="1384" y="1130"/>
                  </a:lnTo>
                  <a:lnTo>
                    <a:pt x="1480" y="1070"/>
                  </a:lnTo>
                  <a:lnTo>
                    <a:pt x="1580" y="1012"/>
                  </a:lnTo>
                  <a:lnTo>
                    <a:pt x="1684" y="954"/>
                  </a:lnTo>
                  <a:lnTo>
                    <a:pt x="1794" y="896"/>
                  </a:lnTo>
                  <a:lnTo>
                    <a:pt x="1906" y="840"/>
                  </a:lnTo>
                  <a:lnTo>
                    <a:pt x="2024" y="784"/>
                  </a:lnTo>
                  <a:lnTo>
                    <a:pt x="2146" y="728"/>
                  </a:lnTo>
                  <a:lnTo>
                    <a:pt x="2274" y="674"/>
                  </a:lnTo>
                  <a:lnTo>
                    <a:pt x="2406" y="622"/>
                  </a:lnTo>
                  <a:lnTo>
                    <a:pt x="2542" y="570"/>
                  </a:lnTo>
                  <a:lnTo>
                    <a:pt x="2684" y="520"/>
                  </a:lnTo>
                  <a:lnTo>
                    <a:pt x="2830" y="472"/>
                  </a:lnTo>
                  <a:lnTo>
                    <a:pt x="2982" y="426"/>
                  </a:lnTo>
                  <a:lnTo>
                    <a:pt x="3140" y="380"/>
                  </a:lnTo>
                  <a:lnTo>
                    <a:pt x="3302" y="336"/>
                  </a:lnTo>
                  <a:lnTo>
                    <a:pt x="3468" y="296"/>
                  </a:lnTo>
                  <a:lnTo>
                    <a:pt x="3642" y="256"/>
                  </a:lnTo>
                  <a:lnTo>
                    <a:pt x="3820" y="220"/>
                  </a:lnTo>
                  <a:lnTo>
                    <a:pt x="4004" y="184"/>
                  </a:lnTo>
                  <a:lnTo>
                    <a:pt x="4194" y="152"/>
                  </a:lnTo>
                  <a:lnTo>
                    <a:pt x="4390" y="122"/>
                  </a:lnTo>
                  <a:lnTo>
                    <a:pt x="4590" y="94"/>
                  </a:lnTo>
                  <a:lnTo>
                    <a:pt x="4798" y="70"/>
                  </a:lnTo>
                  <a:lnTo>
                    <a:pt x="5012" y="48"/>
                  </a:lnTo>
                  <a:lnTo>
                    <a:pt x="5230" y="30"/>
                  </a:lnTo>
                  <a:lnTo>
                    <a:pt x="5456" y="14"/>
                  </a:lnTo>
                  <a:lnTo>
                    <a:pt x="5688" y="0"/>
                  </a:lnTo>
                  <a:moveTo>
                    <a:pt x="5688" y="0"/>
                  </a:moveTo>
                  <a:lnTo>
                    <a:pt x="5688" y="0"/>
                  </a:lnTo>
                </a:path>
              </a:pathLst>
            </a:custGeom>
            <a:solidFill>
              <a:schemeClr val="accent4">
                <a:lumMod val="75000"/>
                <a:alpha val="60000"/>
              </a:schemeClr>
            </a:solidFill>
            <a:ln w="9525">
              <a:noFill/>
              <a:round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txBody>
            <a:bodyPr anchor="ctr"/>
            <a:p>
              <a:pPr lvl="0" algn="ctr">
                <a:defRPr lang="ko-KR" altLang="en-US"/>
              </a:pPr>
              <a:endParaRPr lang="en-US" altLang="ko-KR"/>
            </a:p>
          </p:txBody>
        </p:sp>
        <p:sp>
          <p:nvSpPr>
            <p:cNvPr id="10" name=""/>
            <p:cNvSpPr/>
            <p:nvPr/>
          </p:nvSpPr>
          <p:spPr>
            <a:xfrm>
              <a:off x="0" y="0"/>
              <a:ext cx="3286125" cy="6858000"/>
            </a:xfrm>
            <a:custGeom>
              <a:avLst/>
              <a:gdLst/>
              <a:cxnLst>
                <a:cxn ang="0">
                  <a:pos x="0" y="0"/>
                </a:cxn>
                <a:cxn ang="0">
                  <a:pos x="2070" y="4320"/>
                </a:cxn>
                <a:cxn ang="0">
                  <a:pos x="2003" y="4306"/>
                </a:cxn>
                <a:cxn ang="0">
                  <a:pos x="1875" y="4277"/>
                </a:cxn>
                <a:cxn ang="0">
                  <a:pos x="1751" y="4241"/>
                </a:cxn>
                <a:cxn ang="0">
                  <a:pos x="1633" y="4203"/>
                </a:cxn>
                <a:cxn ang="0">
                  <a:pos x="1520" y="4161"/>
                </a:cxn>
                <a:cxn ang="0">
                  <a:pos x="1414" y="4113"/>
                </a:cxn>
                <a:cxn ang="0">
                  <a:pos x="1311" y="4061"/>
                </a:cxn>
                <a:cxn ang="0">
                  <a:pos x="1215" y="4008"/>
                </a:cxn>
                <a:cxn ang="0">
                  <a:pos x="1122" y="3950"/>
                </a:cxn>
                <a:cxn ang="0">
                  <a:pos x="1037" y="3888"/>
                </a:cxn>
                <a:cxn ang="0">
                  <a:pos x="954" y="3823"/>
                </a:cxn>
                <a:cxn ang="0">
                  <a:pos x="876" y="3754"/>
                </a:cxn>
                <a:cxn ang="0">
                  <a:pos x="804" y="3684"/>
                </a:cxn>
                <a:cxn ang="0">
                  <a:pos x="735" y="3610"/>
                </a:cxn>
                <a:cxn ang="0">
                  <a:pos x="670" y="3535"/>
                </a:cxn>
                <a:cxn ang="0">
                  <a:pos x="610" y="3456"/>
                </a:cxn>
                <a:cxn ang="0">
                  <a:pos x="555" y="3375"/>
                </a:cxn>
                <a:cxn ang="0">
                  <a:pos x="502" y="3293"/>
                </a:cxn>
                <a:cxn ang="0">
                  <a:pos x="454" y="3207"/>
                </a:cxn>
                <a:cxn ang="0">
                  <a:pos x="389" y="3077"/>
                </a:cxn>
                <a:cxn ang="0">
                  <a:pos x="314" y="2899"/>
                </a:cxn>
                <a:cxn ang="0">
                  <a:pos x="252" y="2715"/>
                </a:cxn>
                <a:cxn ang="0">
                  <a:pos x="202" y="2527"/>
                </a:cxn>
                <a:cxn ang="0">
                  <a:pos x="163" y="2338"/>
                </a:cxn>
                <a:cxn ang="0">
                  <a:pos x="135" y="2146"/>
                </a:cxn>
                <a:cxn ang="0">
                  <a:pos x="117" y="1956"/>
                </a:cxn>
                <a:cxn ang="0">
                  <a:pos x="105" y="1767"/>
                </a:cxn>
                <a:cxn ang="0">
                  <a:pos x="103" y="1582"/>
                </a:cxn>
                <a:cxn ang="0">
                  <a:pos x="106" y="1401"/>
                </a:cxn>
                <a:cxn ang="0">
                  <a:pos x="115" y="1224"/>
                </a:cxn>
                <a:cxn ang="0">
                  <a:pos x="129" y="1054"/>
                </a:cxn>
                <a:cxn ang="0">
                  <a:pos x="147" y="893"/>
                </a:cxn>
                <a:cxn ang="0">
                  <a:pos x="190" y="598"/>
                </a:cxn>
                <a:cxn ang="0">
                  <a:pos x="236" y="353"/>
                </a:cxn>
                <a:cxn ang="0">
                  <a:pos x="278" y="165"/>
                </a:cxn>
                <a:cxn ang="0">
                  <a:pos x="308" y="43"/>
                </a:cxn>
              </a:cxnLst>
              <a:rect l="0" t="0" r="r" b="b"/>
              <a:pathLst>
                <a:path w="2070" h="4320">
                  <a:moveTo>
                    <a:pt x="320" y="0"/>
                  </a:moveTo>
                  <a:lnTo>
                    <a:pt x="0" y="0"/>
                  </a:lnTo>
                  <a:lnTo>
                    <a:pt x="2" y="4320"/>
                  </a:lnTo>
                  <a:lnTo>
                    <a:pt x="2070" y="4320"/>
                  </a:lnTo>
                  <a:lnTo>
                    <a:pt x="2070" y="4320"/>
                  </a:lnTo>
                  <a:lnTo>
                    <a:pt x="2003" y="4306"/>
                  </a:lnTo>
                  <a:lnTo>
                    <a:pt x="1938" y="4293"/>
                  </a:lnTo>
                  <a:lnTo>
                    <a:pt x="1875" y="4277"/>
                  </a:lnTo>
                  <a:lnTo>
                    <a:pt x="1811" y="4260"/>
                  </a:lnTo>
                  <a:lnTo>
                    <a:pt x="1751" y="4241"/>
                  </a:lnTo>
                  <a:lnTo>
                    <a:pt x="1691" y="4222"/>
                  </a:lnTo>
                  <a:lnTo>
                    <a:pt x="1633" y="4203"/>
                  </a:lnTo>
                  <a:lnTo>
                    <a:pt x="1576" y="4181"/>
                  </a:lnTo>
                  <a:lnTo>
                    <a:pt x="1520" y="4161"/>
                  </a:lnTo>
                  <a:lnTo>
                    <a:pt x="1467" y="4137"/>
                  </a:lnTo>
                  <a:lnTo>
                    <a:pt x="1414" y="4113"/>
                  </a:lnTo>
                  <a:lnTo>
                    <a:pt x="1362" y="4089"/>
                  </a:lnTo>
                  <a:lnTo>
                    <a:pt x="1311" y="4061"/>
                  </a:lnTo>
                  <a:lnTo>
                    <a:pt x="1263" y="4035"/>
                  </a:lnTo>
                  <a:lnTo>
                    <a:pt x="1215" y="4008"/>
                  </a:lnTo>
                  <a:lnTo>
                    <a:pt x="1169" y="3979"/>
                  </a:lnTo>
                  <a:lnTo>
                    <a:pt x="1122" y="3950"/>
                  </a:lnTo>
                  <a:lnTo>
                    <a:pt x="1080" y="3919"/>
                  </a:lnTo>
                  <a:lnTo>
                    <a:pt x="1037" y="3888"/>
                  </a:lnTo>
                  <a:lnTo>
                    <a:pt x="994" y="3855"/>
                  </a:lnTo>
                  <a:lnTo>
                    <a:pt x="954" y="3823"/>
                  </a:lnTo>
                  <a:lnTo>
                    <a:pt x="915" y="3789"/>
                  </a:lnTo>
                  <a:lnTo>
                    <a:pt x="876" y="3754"/>
                  </a:lnTo>
                  <a:lnTo>
                    <a:pt x="840" y="3720"/>
                  </a:lnTo>
                  <a:lnTo>
                    <a:pt x="804" y="3684"/>
                  </a:lnTo>
                  <a:lnTo>
                    <a:pt x="769" y="3648"/>
                  </a:lnTo>
                  <a:lnTo>
                    <a:pt x="735" y="3610"/>
                  </a:lnTo>
                  <a:lnTo>
                    <a:pt x="703" y="3573"/>
                  </a:lnTo>
                  <a:lnTo>
                    <a:pt x="670" y="3535"/>
                  </a:lnTo>
                  <a:lnTo>
                    <a:pt x="641" y="3495"/>
                  </a:lnTo>
                  <a:lnTo>
                    <a:pt x="610" y="3456"/>
                  </a:lnTo>
                  <a:lnTo>
                    <a:pt x="583" y="3417"/>
                  </a:lnTo>
                  <a:lnTo>
                    <a:pt x="555" y="3375"/>
                  </a:lnTo>
                  <a:lnTo>
                    <a:pt x="528" y="3334"/>
                  </a:lnTo>
                  <a:lnTo>
                    <a:pt x="502" y="3293"/>
                  </a:lnTo>
                  <a:lnTo>
                    <a:pt x="478" y="3250"/>
                  </a:lnTo>
                  <a:lnTo>
                    <a:pt x="454" y="3207"/>
                  </a:lnTo>
                  <a:lnTo>
                    <a:pt x="432" y="3165"/>
                  </a:lnTo>
                  <a:lnTo>
                    <a:pt x="389" y="3077"/>
                  </a:lnTo>
                  <a:lnTo>
                    <a:pt x="350" y="2990"/>
                  </a:lnTo>
                  <a:lnTo>
                    <a:pt x="314" y="2899"/>
                  </a:lnTo>
                  <a:lnTo>
                    <a:pt x="281" y="2808"/>
                  </a:lnTo>
                  <a:lnTo>
                    <a:pt x="252" y="2715"/>
                  </a:lnTo>
                  <a:lnTo>
                    <a:pt x="224" y="2621"/>
                  </a:lnTo>
                  <a:lnTo>
                    <a:pt x="202" y="2527"/>
                  </a:lnTo>
                  <a:lnTo>
                    <a:pt x="182" y="2433"/>
                  </a:lnTo>
                  <a:lnTo>
                    <a:pt x="163" y="2338"/>
                  </a:lnTo>
                  <a:lnTo>
                    <a:pt x="147" y="2242"/>
                  </a:lnTo>
                  <a:lnTo>
                    <a:pt x="135" y="2146"/>
                  </a:lnTo>
                  <a:lnTo>
                    <a:pt x="123" y="2052"/>
                  </a:lnTo>
                  <a:lnTo>
                    <a:pt x="117" y="1956"/>
                  </a:lnTo>
                  <a:lnTo>
                    <a:pt x="110" y="1862"/>
                  </a:lnTo>
                  <a:lnTo>
                    <a:pt x="105" y="1767"/>
                  </a:lnTo>
                  <a:lnTo>
                    <a:pt x="103" y="1675"/>
                  </a:lnTo>
                  <a:lnTo>
                    <a:pt x="103" y="1582"/>
                  </a:lnTo>
                  <a:lnTo>
                    <a:pt x="103" y="1491"/>
                  </a:lnTo>
                  <a:lnTo>
                    <a:pt x="106" y="1401"/>
                  </a:lnTo>
                  <a:lnTo>
                    <a:pt x="110" y="1311"/>
                  </a:lnTo>
                  <a:lnTo>
                    <a:pt x="115" y="1224"/>
                  </a:lnTo>
                  <a:lnTo>
                    <a:pt x="122" y="1138"/>
                  </a:lnTo>
                  <a:lnTo>
                    <a:pt x="129" y="1054"/>
                  </a:lnTo>
                  <a:lnTo>
                    <a:pt x="137" y="972"/>
                  </a:lnTo>
                  <a:lnTo>
                    <a:pt x="147" y="893"/>
                  </a:lnTo>
                  <a:lnTo>
                    <a:pt x="168" y="741"/>
                  </a:lnTo>
                  <a:lnTo>
                    <a:pt x="190" y="598"/>
                  </a:lnTo>
                  <a:lnTo>
                    <a:pt x="212" y="470"/>
                  </a:lnTo>
                  <a:lnTo>
                    <a:pt x="236" y="353"/>
                  </a:lnTo>
                  <a:lnTo>
                    <a:pt x="259" y="250"/>
                  </a:lnTo>
                  <a:lnTo>
                    <a:pt x="278" y="165"/>
                  </a:lnTo>
                  <a:lnTo>
                    <a:pt x="296" y="94"/>
                  </a:lnTo>
                  <a:lnTo>
                    <a:pt x="308" y="43"/>
                  </a:lnTo>
                  <a:lnTo>
                    <a:pt x="320" y="0"/>
                  </a:lnTo>
                </a:path>
              </a:pathLst>
            </a:custGeom>
            <a:solidFill>
              <a:schemeClr val="accent3">
                <a:lumMod val="25000"/>
                <a:alpha val="19000"/>
              </a:schemeClr>
            </a:solidFill>
            <a:ln w="9525">
              <a:noFill/>
              <a:rou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anchor="ctr"/>
            <a:p>
              <a:pPr lvl="0" algn="ctr">
                <a:defRPr lang="ko-KR" altLang="en-US"/>
              </a:pPr>
              <a:endParaRPr lang="en-US" altLang="ko-KR"/>
            </a:p>
          </p:txBody>
        </p:sp>
        <p:sp>
          <p:nvSpPr>
            <p:cNvPr id="11" name=""/>
            <p:cNvSpPr>
              <a:spLocks noEditPoints="1"/>
            </p:cNvSpPr>
            <p:nvPr/>
          </p:nvSpPr>
          <p:spPr>
            <a:xfrm>
              <a:off x="-12700" y="609600"/>
              <a:ext cx="2600325" cy="6334124"/>
            </a:xfrm>
            <a:custGeom>
              <a:avLst/>
              <a:gdLst/>
              <a:cxnLst>
                <a:cxn ang="0">
                  <a:pos x="3465" y="4260"/>
                </a:cxn>
                <a:cxn ang="0">
                  <a:pos x="3568" y="4262"/>
                </a:cxn>
                <a:cxn ang="0">
                  <a:pos x="3639" y="4262"/>
                </a:cxn>
                <a:cxn ang="0">
                  <a:pos x="3734" y="4256"/>
                </a:cxn>
                <a:cxn ang="0">
                  <a:pos x="0" y="4320"/>
                </a:cxn>
                <a:cxn ang="0">
                  <a:pos x="3465" y="4260"/>
                </a:cxn>
                <a:cxn ang="0">
                  <a:pos x="3299" y="4248"/>
                </a:cxn>
                <a:cxn ang="0">
                  <a:pos x="3102" y="4225"/>
                </a:cxn>
                <a:cxn ang="0">
                  <a:pos x="2880" y="4183"/>
                </a:cxn>
                <a:cxn ang="0">
                  <a:pos x="2760" y="4154"/>
                </a:cxn>
                <a:cxn ang="0">
                  <a:pos x="2636" y="4117"/>
                </a:cxn>
                <a:cxn ang="0">
                  <a:pos x="2509" y="4076"/>
                </a:cxn>
                <a:cxn ang="0">
                  <a:pos x="2379" y="4026"/>
                </a:cxn>
                <a:cxn ang="0">
                  <a:pos x="2246" y="3970"/>
                </a:cxn>
                <a:cxn ang="0">
                  <a:pos x="2111" y="3904"/>
                </a:cxn>
                <a:cxn ang="0">
                  <a:pos x="1975" y="3829"/>
                </a:cxn>
                <a:cxn ang="0">
                  <a:pos x="1838" y="3746"/>
                </a:cxn>
                <a:cxn ang="0">
                  <a:pos x="1701" y="3653"/>
                </a:cxn>
                <a:cxn ang="0">
                  <a:pos x="1565" y="3549"/>
                </a:cxn>
                <a:cxn ang="0">
                  <a:pos x="1430" y="3433"/>
                </a:cxn>
                <a:cxn ang="0">
                  <a:pos x="1299" y="3307"/>
                </a:cxn>
                <a:cxn ang="0">
                  <a:pos x="1167" y="3168"/>
                </a:cxn>
                <a:cxn ang="0">
                  <a:pos x="1042" y="3015"/>
                </a:cxn>
                <a:cxn ang="0">
                  <a:pos x="918" y="2851"/>
                </a:cxn>
                <a:cxn ang="0">
                  <a:pos x="800" y="2671"/>
                </a:cxn>
                <a:cxn ang="0">
                  <a:pos x="686" y="2478"/>
                </a:cxn>
                <a:cxn ang="0">
                  <a:pos x="580" y="2269"/>
                </a:cxn>
                <a:cxn ang="0">
                  <a:pos x="479" y="2047"/>
                </a:cxn>
                <a:cxn ang="0">
                  <a:pos x="385" y="1807"/>
                </a:cxn>
                <a:cxn ang="0">
                  <a:pos x="300" y="1550"/>
                </a:cxn>
                <a:cxn ang="0">
                  <a:pos x="222" y="1276"/>
                </a:cxn>
                <a:cxn ang="0">
                  <a:pos x="153" y="986"/>
                </a:cxn>
                <a:cxn ang="0">
                  <a:pos x="95" y="677"/>
                </a:cxn>
                <a:cxn ang="0">
                  <a:pos x="46" y="348"/>
                </a:cxn>
                <a:cxn ang="0">
                  <a:pos x="8" y="0"/>
                </a:cxn>
              </a:cxnLst>
              <a:rect l="0" t="0" r="r" b="b"/>
              <a:pathLst>
                <a:path w="3734" h="4320">
                  <a:moveTo>
                    <a:pt x="3734" y="4256"/>
                  </a:moveTo>
                  <a:lnTo>
                    <a:pt x="3465" y="4260"/>
                  </a:lnTo>
                  <a:lnTo>
                    <a:pt x="3465" y="4260"/>
                  </a:lnTo>
                  <a:lnTo>
                    <a:pt x="3568" y="4262"/>
                  </a:lnTo>
                  <a:lnTo>
                    <a:pt x="3568" y="4262"/>
                  </a:lnTo>
                  <a:lnTo>
                    <a:pt x="3639" y="4262"/>
                  </a:lnTo>
                  <a:lnTo>
                    <a:pt x="3691" y="4258"/>
                  </a:lnTo>
                  <a:lnTo>
                    <a:pt x="3734" y="4256"/>
                  </a:lnTo>
                  <a:moveTo>
                    <a:pt x="8" y="0"/>
                  </a:moveTo>
                  <a:lnTo>
                    <a:pt x="0" y="4320"/>
                  </a:lnTo>
                  <a:lnTo>
                    <a:pt x="3465" y="4260"/>
                  </a:lnTo>
                  <a:lnTo>
                    <a:pt x="3465" y="4260"/>
                  </a:lnTo>
                  <a:lnTo>
                    <a:pt x="3386" y="4256"/>
                  </a:lnTo>
                  <a:lnTo>
                    <a:pt x="3299" y="4248"/>
                  </a:lnTo>
                  <a:lnTo>
                    <a:pt x="3204" y="4239"/>
                  </a:lnTo>
                  <a:lnTo>
                    <a:pt x="3102" y="4225"/>
                  </a:lnTo>
                  <a:lnTo>
                    <a:pt x="2994" y="4206"/>
                  </a:lnTo>
                  <a:lnTo>
                    <a:pt x="2880" y="4183"/>
                  </a:lnTo>
                  <a:lnTo>
                    <a:pt x="2820" y="4169"/>
                  </a:lnTo>
                  <a:lnTo>
                    <a:pt x="2760" y="4154"/>
                  </a:lnTo>
                  <a:lnTo>
                    <a:pt x="2700" y="4136"/>
                  </a:lnTo>
                  <a:lnTo>
                    <a:pt x="2636" y="4117"/>
                  </a:lnTo>
                  <a:lnTo>
                    <a:pt x="2574" y="4098"/>
                  </a:lnTo>
                  <a:lnTo>
                    <a:pt x="2509" y="4076"/>
                  </a:lnTo>
                  <a:lnTo>
                    <a:pt x="2445" y="4051"/>
                  </a:lnTo>
                  <a:lnTo>
                    <a:pt x="2379" y="4026"/>
                  </a:lnTo>
                  <a:lnTo>
                    <a:pt x="2313" y="3999"/>
                  </a:lnTo>
                  <a:lnTo>
                    <a:pt x="2246" y="3970"/>
                  </a:lnTo>
                  <a:lnTo>
                    <a:pt x="2178" y="3937"/>
                  </a:lnTo>
                  <a:lnTo>
                    <a:pt x="2111" y="3904"/>
                  </a:lnTo>
                  <a:lnTo>
                    <a:pt x="2043" y="3868"/>
                  </a:lnTo>
                  <a:lnTo>
                    <a:pt x="1975" y="3829"/>
                  </a:lnTo>
                  <a:lnTo>
                    <a:pt x="1906" y="3788"/>
                  </a:lnTo>
                  <a:lnTo>
                    <a:pt x="1838" y="3746"/>
                  </a:lnTo>
                  <a:lnTo>
                    <a:pt x="1770" y="3701"/>
                  </a:lnTo>
                  <a:lnTo>
                    <a:pt x="1701" y="3653"/>
                  </a:lnTo>
                  <a:lnTo>
                    <a:pt x="1633" y="3601"/>
                  </a:lnTo>
                  <a:lnTo>
                    <a:pt x="1565" y="3549"/>
                  </a:lnTo>
                  <a:lnTo>
                    <a:pt x="1498" y="3493"/>
                  </a:lnTo>
                  <a:lnTo>
                    <a:pt x="1430" y="3433"/>
                  </a:lnTo>
                  <a:lnTo>
                    <a:pt x="1364" y="3371"/>
                  </a:lnTo>
                  <a:lnTo>
                    <a:pt x="1299" y="3307"/>
                  </a:lnTo>
                  <a:lnTo>
                    <a:pt x="1233" y="3238"/>
                  </a:lnTo>
                  <a:lnTo>
                    <a:pt x="1167" y="3168"/>
                  </a:lnTo>
                  <a:lnTo>
                    <a:pt x="1104" y="3093"/>
                  </a:lnTo>
                  <a:lnTo>
                    <a:pt x="1042" y="3015"/>
                  </a:lnTo>
                  <a:lnTo>
                    <a:pt x="980" y="2934"/>
                  </a:lnTo>
                  <a:lnTo>
                    <a:pt x="918" y="2851"/>
                  </a:lnTo>
                  <a:lnTo>
                    <a:pt x="858" y="2762"/>
                  </a:lnTo>
                  <a:lnTo>
                    <a:pt x="800" y="2671"/>
                  </a:lnTo>
                  <a:lnTo>
                    <a:pt x="742" y="2577"/>
                  </a:lnTo>
                  <a:lnTo>
                    <a:pt x="686" y="2478"/>
                  </a:lnTo>
                  <a:lnTo>
                    <a:pt x="632" y="2376"/>
                  </a:lnTo>
                  <a:lnTo>
                    <a:pt x="580" y="2269"/>
                  </a:lnTo>
                  <a:lnTo>
                    <a:pt x="528" y="2159"/>
                  </a:lnTo>
                  <a:lnTo>
                    <a:pt x="479" y="2047"/>
                  </a:lnTo>
                  <a:lnTo>
                    <a:pt x="431" y="1929"/>
                  </a:lnTo>
                  <a:lnTo>
                    <a:pt x="385" y="1807"/>
                  </a:lnTo>
                  <a:lnTo>
                    <a:pt x="340" y="1680"/>
                  </a:lnTo>
                  <a:lnTo>
                    <a:pt x="300" y="1550"/>
                  </a:lnTo>
                  <a:lnTo>
                    <a:pt x="259" y="1415"/>
                  </a:lnTo>
                  <a:lnTo>
                    <a:pt x="222" y="1276"/>
                  </a:lnTo>
                  <a:lnTo>
                    <a:pt x="186" y="1133"/>
                  </a:lnTo>
                  <a:lnTo>
                    <a:pt x="153" y="986"/>
                  </a:lnTo>
                  <a:lnTo>
                    <a:pt x="122" y="833"/>
                  </a:lnTo>
                  <a:lnTo>
                    <a:pt x="95" y="677"/>
                  </a:lnTo>
                  <a:lnTo>
                    <a:pt x="70" y="514"/>
                  </a:lnTo>
                  <a:lnTo>
                    <a:pt x="46" y="348"/>
                  </a:lnTo>
                  <a:lnTo>
                    <a:pt x="25" y="176"/>
                  </a:lnTo>
                  <a:lnTo>
                    <a:pt x="8" y="0"/>
                  </a:lnTo>
                </a:path>
              </a:pathLst>
            </a:custGeom>
            <a:solidFill>
              <a:schemeClr val="accent3">
                <a:lumMod val="25000"/>
                <a:alpha val="19000"/>
              </a:schemeClr>
            </a:solidFill>
            <a:ln w="9525">
              <a:noFill/>
              <a:round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txBody>
            <a:bodyPr anchor="ctr"/>
            <a:p>
              <a:pPr lvl="0" algn="ctr">
                <a:defRPr lang="ko-KR" altLang="en-US"/>
              </a:pPr>
              <a:endParaRPr lang="en-US" altLang="ko-KR"/>
            </a:p>
          </p:txBody>
        </p:sp>
      </p:grpSp>
      <p:sp>
        <p:nvSpPr>
          <p:cNvPr id="2" name=""/>
          <p:cNvSpPr>
            <a:spLocks noGrp="1"/>
          </p:cNvSpPr>
          <p:nvPr>
            <p:ph type="title" idx="0"/>
          </p:nvPr>
        </p:nvSpPr>
        <p:spPr>
          <a:xfrm>
            <a:off x="963083" y="2571733"/>
            <a:ext cx="10363199" cy="1071581"/>
          </a:xfrm>
        </p:spPr>
        <p:txBody>
          <a:bodyPr anchor="t"/>
          <a:lstStyle>
            <a:lvl1pPr algn="r">
              <a:defRPr sz="4800" b="0" cap="all"/>
            </a:lvl1pPr>
          </a:lstStyle>
          <a:p>
            <a:pPr lvl="0">
              <a:defRPr lang="ko-KR" altLang="en-US"/>
            </a:pPr>
            <a:r>
              <a:rPr lang="ko-KR" altLang="en-US"/>
              <a:t>마스터 제목 스타일 편집</a:t>
            </a:r>
            <a:endParaRPr lang="ko-KR" altLang="en-US"/>
          </a:p>
        </p:txBody>
      </p:sp>
      <p:sp>
        <p:nvSpPr>
          <p:cNvPr id="3" name=""/>
          <p:cNvSpPr>
            <a:spLocks noGrp="1"/>
          </p:cNvSpPr>
          <p:nvPr>
            <p:ph type="body" idx="1"/>
          </p:nvPr>
        </p:nvSpPr>
        <p:spPr>
          <a:xfrm>
            <a:off x="963083" y="2035630"/>
            <a:ext cx="10363199" cy="536104"/>
          </a:xfrm>
        </p:spPr>
        <p:txBody>
          <a:bodyPr anchor="b"/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  <a:endParaRPr lang="ko-KR" altLang="en-US"/>
          </a:p>
        </p:txBody>
      </p:sp>
      <p:sp>
        <p:nvSpPr>
          <p:cNvPr id="4" name=""/>
          <p:cNvSpPr>
            <a:spLocks noGrp="1"/>
          </p:cNvSpPr>
          <p:nvPr>
            <p:ph type="dt" sz="half" idx="10"/>
          </p:nvPr>
        </p:nvSpPr>
        <p:spPr>
          <a:xfrm>
            <a:off x="952463" y="3786190"/>
            <a:ext cx="2844799" cy="365125"/>
          </a:xfrm>
        </p:spPr>
        <p:txBody>
          <a:bodyPr/>
          <a:lstStyle>
            <a:lvl1pPr>
              <a:defRPr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pPr lvl="0">
              <a:defRPr lang="ko-KR" altLang="en-US"/>
            </a:pPr>
            <a:fld id="{0BF5E13E-8DFC-4020-804C-12EF0741D308}" type="datetime1">
              <a:rPr lang="ko-KR" altLang="en-US"/>
              <a:pPr lvl="0">
                <a:defRPr lang="ko-KR" altLang="en-US"/>
              </a:pPr>
              <a:t>2026-06-30</a:t>
            </a:fld>
            <a:endParaRPr lang="en-US" altLang="en-US"/>
          </a:p>
        </p:txBody>
      </p:sp>
      <p:sp>
        <p:nvSpPr>
          <p:cNvPr id="5" name=""/>
          <p:cNvSpPr>
            <a:spLocks noGrp="1"/>
          </p:cNvSpPr>
          <p:nvPr>
            <p:ph type="ftr" sz="quarter" idx="11"/>
          </p:nvPr>
        </p:nvSpPr>
        <p:spPr>
          <a:xfrm>
            <a:off x="4165599" y="3786190"/>
            <a:ext cx="3860799" cy="365125"/>
          </a:xfrm>
        </p:spPr>
        <p:txBody>
          <a:bodyPr/>
          <a:lstStyle>
            <a:lvl1pPr>
              <a:defRPr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pPr lvl="0">
              <a:defRPr lang="ko-KR" altLang="en-US"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6" name=""/>
          <p:cNvSpPr>
            <a:spLocks noGrp="1"/>
          </p:cNvSpPr>
          <p:nvPr>
            <p:ph type="sldNum" sz="quarter" idx="12"/>
          </p:nvPr>
        </p:nvSpPr>
        <p:spPr>
          <a:xfrm>
            <a:off x="8477266" y="3786190"/>
            <a:ext cx="2844799" cy="365125"/>
          </a:xfrm>
        </p:spPr>
        <p:txBody>
          <a:bodyPr/>
          <a:lstStyle>
            <a:lvl1pPr>
              <a:defRPr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pPr lvl="0">
              <a:defRPr lang="ko-KR" altLang="en-US"/>
            </a:pPr>
            <a:fld id="{DF28FB93-0A08-4E7D-8E63-9EFA29F1E093}" type="slidenum">
              <a:rPr lang="en-US" altLang="en-US"/>
              <a:pPr lvl="0">
                <a:defRPr lang="ko-KR" altLang="en-US"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07127416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5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제목 및 내용 2개" type="twoObj" preserve="1">
  <p:cSld name="내용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 type="title" idx="0"/>
          </p:nvPr>
        </p:nvSpPr>
        <p:spPr>
          <a:xfrm>
            <a:off x="603546" y="300794"/>
            <a:ext cx="10972799" cy="923925"/>
          </a:xfrm>
        </p:spPr>
        <p:txBody>
          <a:bodyPr/>
          <a:lstStyle>
            <a:lvl1pPr>
              <a:defRPr sz="3600"/>
            </a:lvl1pPr>
          </a:lstStyle>
          <a:p>
            <a:pPr lvl="0">
              <a:defRPr lang="ko-KR" altLang="en-US"/>
            </a:pPr>
            <a:r>
              <a:rPr lang="ko-KR" altLang="en-US"/>
              <a:t>마스터 제목 스타일 편집</a:t>
            </a:r>
            <a:endParaRPr lang="ko-KR" altLang="en-US"/>
          </a:p>
        </p:txBody>
      </p:sp>
      <p:sp>
        <p:nvSpPr>
          <p:cNvPr id="8" name=""/>
          <p:cNvSpPr>
            <a:spLocks noGrp="1"/>
          </p:cNvSpPr>
          <p:nvPr>
            <p:ph sz="half" idx="13"/>
          </p:nvPr>
        </p:nvSpPr>
        <p:spPr>
          <a:xfrm>
            <a:off x="609599" y="1395664"/>
            <a:ext cx="5384799" cy="47305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  <a:endParaRPr lang="ko-KR" altLang="en-US"/>
          </a:p>
          <a:p>
            <a:pPr lvl="1">
              <a:defRPr lang="ko-KR" altLang="en-US"/>
            </a:pPr>
            <a:r>
              <a:rPr lang="ko-KR" altLang="en-US"/>
              <a:t>둘째 수준</a:t>
            </a:r>
            <a:endParaRPr lang="ko-KR" altLang="en-US"/>
          </a:p>
          <a:p>
            <a:pPr lvl="2">
              <a:defRPr lang="ko-KR" altLang="en-US"/>
            </a:pPr>
            <a:r>
              <a:rPr lang="ko-KR" altLang="en-US"/>
              <a:t>셋째 수준</a:t>
            </a:r>
            <a:endParaRPr lang="ko-KR" altLang="en-US"/>
          </a:p>
          <a:p>
            <a:pPr lvl="3">
              <a:defRPr lang="ko-KR" altLang="en-US"/>
            </a:pPr>
            <a:r>
              <a:rPr lang="ko-KR" altLang="en-US"/>
              <a:t>넷째 수준</a:t>
            </a:r>
            <a:endParaRPr lang="ko-KR" altLang="en-US"/>
          </a:p>
          <a:p>
            <a:pPr lvl="4">
              <a:defRPr lang="ko-KR" altLang="en-US"/>
            </a:pPr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4" name=""/>
          <p:cNvSpPr>
            <a:spLocks noGrp="1"/>
          </p:cNvSpPr>
          <p:nvPr>
            <p:ph sz="half" idx="2"/>
          </p:nvPr>
        </p:nvSpPr>
        <p:spPr>
          <a:xfrm>
            <a:off x="6197599" y="1395664"/>
            <a:ext cx="5384799" cy="47305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  <a:endParaRPr lang="ko-KR" altLang="en-US"/>
          </a:p>
          <a:p>
            <a:pPr lvl="1">
              <a:defRPr lang="ko-KR" altLang="en-US"/>
            </a:pPr>
            <a:r>
              <a:rPr lang="ko-KR" altLang="en-US"/>
              <a:t>둘째 수준</a:t>
            </a:r>
            <a:endParaRPr lang="ko-KR" altLang="en-US"/>
          </a:p>
          <a:p>
            <a:pPr lvl="2">
              <a:defRPr lang="ko-KR" altLang="en-US"/>
            </a:pPr>
            <a:r>
              <a:rPr lang="ko-KR" altLang="en-US"/>
              <a:t>셋째 수준</a:t>
            </a:r>
            <a:endParaRPr lang="ko-KR" altLang="en-US"/>
          </a:p>
          <a:p>
            <a:pPr lvl="3">
              <a:defRPr lang="ko-KR" altLang="en-US"/>
            </a:pPr>
            <a:r>
              <a:rPr lang="ko-KR" altLang="en-US"/>
              <a:t>넷째 수준</a:t>
            </a:r>
            <a:endParaRPr lang="ko-KR" altLang="en-US"/>
          </a:p>
          <a:p>
            <a:pPr lvl="4">
              <a:defRPr lang="ko-KR" altLang="en-US"/>
            </a:pPr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5" name="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 lang="ko-KR" altLang="en-US"/>
            </a:pPr>
            <a:fld id="{0EFA6E08-0808-4B0F-944A-174343B8D1DE}" type="datetime1">
              <a:rPr lang="ko-KR" altLang="en-US"/>
              <a:pPr lvl="0">
                <a:defRPr lang="ko-KR" altLang="en-US"/>
              </a:pPr>
              <a:t>2026-06-30</a:t>
            </a:fld>
            <a:endParaRPr lang="ko-KR" altLang="en-US"/>
          </a:p>
        </p:txBody>
      </p:sp>
      <p:sp>
        <p:nvSpPr>
          <p:cNvPr id="6" name="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 lang="ko-KR" altLang="en-US"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7" name="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 lang="ko-KR" altLang="en-US"/>
            </a:pPr>
            <a:fld id="{7689D65B-B557-4199-BC6A-66D78FAB8C53}" type="slidenum">
              <a:rPr lang="ko-KR" altLang="en-US"/>
              <a:pPr lvl="0">
                <a:defRPr lang="ko-KR" altLang="en-US"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5443846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6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제목만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"/>
          <p:cNvSpPr>
            <a:spLocks noGrp="1"/>
          </p:cNvSpPr>
          <p:nvPr>
            <p:ph type="title" idx="0"/>
          </p:nvPr>
        </p:nvSpPr>
        <p:spPr>
          <a:xfrm>
            <a:off x="603546" y="300794"/>
            <a:ext cx="10972799" cy="923925"/>
          </a:xfrm>
        </p:spPr>
        <p:txBody>
          <a:bodyPr/>
          <a:lstStyle>
            <a:lvl1pPr>
              <a:defRPr sz="3600"/>
            </a:lvl1pPr>
          </a:lstStyle>
          <a:p>
            <a:pPr lvl="0">
              <a:defRPr lang="ko-KR" altLang="en-US"/>
            </a:pPr>
            <a:r>
              <a:rPr lang="ko-KR" altLang="en-US"/>
              <a:t>마스터 제목 스타일 편집</a:t>
            </a:r>
            <a:endParaRPr lang="ko-KR" altLang="en-US"/>
          </a:p>
        </p:txBody>
      </p:sp>
      <p:sp>
        <p:nvSpPr>
          <p:cNvPr id="3" name="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 lang="ko-KR" altLang="en-US"/>
            </a:pPr>
            <a:fld id="{720C1C99-5C77-47E5-96CD-2D26793726BC}" type="datetime1">
              <a:rPr lang="ko-KR" altLang="en-US"/>
              <a:pPr lvl="0">
                <a:defRPr lang="ko-KR" altLang="en-US"/>
              </a:pPr>
              <a:t>2026-06-30</a:t>
            </a:fld>
            <a:endParaRPr lang="ko-KR" altLang="en-US"/>
          </a:p>
        </p:txBody>
      </p:sp>
      <p:sp>
        <p:nvSpPr>
          <p:cNvPr id="4" name="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 lang="ko-KR" altLang="en-US"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5" name="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 lang="ko-KR" altLang="en-US"/>
            </a:pPr>
            <a:fld id="{7689D65B-B557-4199-BC6A-66D78FAB8C53}" type="slidenum">
              <a:rPr lang="ko-KR" altLang="en-US"/>
              <a:pPr lvl="0">
                <a:defRPr lang="ko-KR" altLang="en-US"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4072801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7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제목 및 표" type="tbl" preserve="1">
  <p:cSld name="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"/>
          <p:cNvSpPr>
            <a:spLocks noGrp="1"/>
          </p:cNvSpPr>
          <p:nvPr>
            <p:ph type="title" idx="0"/>
          </p:nvPr>
        </p:nvSpPr>
        <p:spPr>
          <a:xfrm>
            <a:off x="609599" y="304800"/>
            <a:ext cx="10972799" cy="923925"/>
          </a:xfrm>
          <a:prstGeom prst="rect">
            <a:avLst/>
          </a:prstGeom>
        </p:spPr>
        <p:txBody>
          <a:bodyPr vert="horz" lIns="91440" tIns="45720" rIns="91440" bIns="45720" anchor="ctr"/>
          <a:lstStyle/>
          <a:p>
            <a:pPr lvl="0">
              <a:defRPr lang="ko-KR" altLang="en-US"/>
            </a:pPr>
            <a:r>
              <a:rPr lang="ko-KR" altLang="en-US"/>
              <a:t>마스터 제목 스타일 편집</a:t>
            </a:r>
            <a:endParaRPr lang="ko-KR" altLang="en-US"/>
          </a:p>
        </p:txBody>
      </p:sp>
      <p:sp>
        <p:nvSpPr>
          <p:cNvPr id="3" name=""/>
          <p:cNvSpPr>
            <a:spLocks noGrp="1" noTextEdit="1"/>
          </p:cNvSpPr>
          <p:nvPr>
            <p:ph type="tbl" sz="quarter" idx="13"/>
          </p:nvPr>
        </p:nvSpPr>
        <p:spPr>
          <a:xfrm>
            <a:off x="608037" y="1500173"/>
            <a:ext cx="10972799" cy="4668089"/>
          </a:xfrm>
        </p:spPr>
        <p:txBody>
          <a:bodyPr/>
          <a:lstStyle>
            <a:lvl1pPr>
              <a:buNone/>
              <a:defRPr/>
            </a:lvl1pPr>
          </a:lstStyle>
          <a:p>
            <a:pPr lvl="0">
              <a:defRPr lang="ko-KR" altLang="en-US"/>
            </a:pPr>
            <a:r>
              <a:rPr lang="ko-KR" altLang="en-US"/>
              <a:t>표를 추가하려면 아이콘을 클릭하십시오</a:t>
            </a:r>
            <a:endParaRPr lang="ko-KR" altLang="en-US"/>
          </a:p>
        </p:txBody>
      </p:sp>
      <p:sp>
        <p:nvSpPr>
          <p:cNvPr id="4" name=""/>
          <p:cNvSpPr>
            <a:spLocks noGrp="1"/>
          </p:cNvSpPr>
          <p:nvPr>
            <p:ph type="dt" sz="half" idx="10"/>
          </p:nvPr>
        </p:nvSpPr>
        <p:spPr>
          <a:xfrm>
            <a:off x="609599" y="6356350"/>
            <a:ext cx="2844799" cy="365125"/>
          </a:xfrm>
        </p:spPr>
        <p:txBody>
          <a:bodyPr/>
          <a:lstStyle/>
          <a:p>
            <a:pPr lvl="0">
              <a:defRPr lang="ko-KR" altLang="en-US"/>
            </a:pPr>
            <a:fld id="{AD3FB996-AE50-40F9-8D33-3D1809AC19F7}" type="datetime1">
              <a:rPr lang="ko-KR" altLang="en-US"/>
              <a:pPr lvl="0">
                <a:defRPr lang="ko-KR" altLang="en-US"/>
              </a:pPr>
              <a:t>2026-06-30</a:t>
            </a:fld>
            <a:endParaRPr lang="ko-KR" altLang="en-US"/>
          </a:p>
        </p:txBody>
      </p:sp>
      <p:sp>
        <p:nvSpPr>
          <p:cNvPr id="5" name=""/>
          <p:cNvSpPr>
            <a:spLocks noGrp="1"/>
          </p:cNvSpPr>
          <p:nvPr>
            <p:ph type="ftr" sz="quarter" idx="11"/>
          </p:nvPr>
        </p:nvSpPr>
        <p:spPr>
          <a:xfrm>
            <a:off x="4165599" y="6356350"/>
            <a:ext cx="3860799" cy="365125"/>
          </a:xfrm>
        </p:spPr>
        <p:txBody>
          <a:bodyPr/>
          <a:lstStyle/>
          <a:p>
            <a:pPr lvl="0">
              <a:defRPr lang="ko-KR" altLang="en-US"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6" name=""/>
          <p:cNvSpPr>
            <a:spLocks noGrp="1"/>
          </p:cNvSpPr>
          <p:nvPr>
            <p:ph type="sldNum" sz="quarter" idx="12"/>
          </p:nvPr>
        </p:nvSpPr>
        <p:spPr>
          <a:xfrm>
            <a:off x="8737599" y="6356350"/>
            <a:ext cx="2844799" cy="365125"/>
          </a:xfrm>
        </p:spPr>
        <p:txBody>
          <a:bodyPr/>
          <a:lstStyle/>
          <a:p>
            <a:pPr lvl="0">
              <a:defRPr lang="ko-KR" altLang="en-US"/>
            </a:pPr>
            <a:fld id="{7689D65B-B557-4199-BC6A-66D78FAB8C53}" type="slidenum">
              <a:rPr lang="ko-KR" altLang="en-US"/>
              <a:pPr lvl="0">
                <a:defRPr lang="ko-KR" altLang="en-US"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948246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8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제목 및 내용 4개" type="fourObj" preserve="1">
  <p:cSld name="내용 4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"/>
          <p:cNvSpPr>
            <a:spLocks noGrp="1"/>
          </p:cNvSpPr>
          <p:nvPr>
            <p:ph type="title" idx="0"/>
          </p:nvPr>
        </p:nvSpPr>
        <p:spPr>
          <a:xfrm>
            <a:off x="609599" y="304800"/>
            <a:ext cx="10972799" cy="923925"/>
          </a:xfrm>
          <a:prstGeom prst="rect">
            <a:avLst/>
          </a:prstGeom>
        </p:spPr>
        <p:txBody>
          <a:bodyPr vert="horz" lIns="91440" tIns="45720" rIns="91440" bIns="45720" anchor="ctr"/>
          <a:lstStyle/>
          <a:p>
            <a:pPr lvl="0">
              <a:defRPr lang="ko-KR" altLang="en-US"/>
            </a:pPr>
            <a:r>
              <a:rPr lang="ko-KR" altLang="en-US"/>
              <a:t>마스터 제목 스타일 편집</a:t>
            </a:r>
            <a:endParaRPr lang="ko-KR" altLang="en-US"/>
          </a:p>
        </p:txBody>
      </p:sp>
      <p:sp>
        <p:nvSpPr>
          <p:cNvPr id="3" name=""/>
          <p:cNvSpPr>
            <a:spLocks noGrp="1"/>
          </p:cNvSpPr>
          <p:nvPr>
            <p:ph sz="quarter" idx="1"/>
          </p:nvPr>
        </p:nvSpPr>
        <p:spPr>
          <a:xfrm>
            <a:off x="609599" y="1600200"/>
            <a:ext cx="5384799" cy="21960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  <a:endParaRPr lang="ko-KR" altLang="en-US"/>
          </a:p>
          <a:p>
            <a:pPr lvl="1">
              <a:defRPr lang="ko-KR" altLang="en-US"/>
            </a:pPr>
            <a:r>
              <a:rPr lang="ko-KR" altLang="en-US"/>
              <a:t>둘째 수준</a:t>
            </a:r>
            <a:endParaRPr lang="ko-KR" altLang="en-US"/>
          </a:p>
          <a:p>
            <a:pPr lvl="2">
              <a:defRPr lang="ko-KR" altLang="en-US"/>
            </a:pPr>
            <a:r>
              <a:rPr lang="ko-KR" altLang="en-US"/>
              <a:t>셋째 수준</a:t>
            </a:r>
            <a:endParaRPr lang="ko-KR" altLang="en-US"/>
          </a:p>
          <a:p>
            <a:pPr lvl="3">
              <a:defRPr lang="ko-KR" altLang="en-US"/>
            </a:pPr>
            <a:r>
              <a:rPr lang="ko-KR" altLang="en-US"/>
              <a:t>넷째 수준</a:t>
            </a:r>
            <a:endParaRPr lang="ko-KR" altLang="en-US"/>
          </a:p>
          <a:p>
            <a:pPr lvl="4">
              <a:defRPr lang="ko-KR" altLang="en-US"/>
            </a:pPr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11" name=""/>
          <p:cNvSpPr>
            <a:spLocks noGrp="1"/>
          </p:cNvSpPr>
          <p:nvPr>
            <p:ph sz="quarter" idx="13"/>
          </p:nvPr>
        </p:nvSpPr>
        <p:spPr>
          <a:xfrm>
            <a:off x="6197599" y="1600200"/>
            <a:ext cx="5384799" cy="21960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  <a:endParaRPr lang="ko-KR" altLang="en-US"/>
          </a:p>
          <a:p>
            <a:pPr lvl="1">
              <a:defRPr lang="ko-KR" altLang="en-US"/>
            </a:pPr>
            <a:r>
              <a:rPr lang="ko-KR" altLang="en-US"/>
              <a:t>둘째 수준</a:t>
            </a:r>
            <a:endParaRPr lang="ko-KR" altLang="en-US"/>
          </a:p>
          <a:p>
            <a:pPr lvl="2">
              <a:defRPr lang="ko-KR" altLang="en-US"/>
            </a:pPr>
            <a:r>
              <a:rPr lang="ko-KR" altLang="en-US"/>
              <a:t>셋째 수준</a:t>
            </a:r>
            <a:endParaRPr lang="ko-KR" altLang="en-US"/>
          </a:p>
          <a:p>
            <a:pPr lvl="3">
              <a:defRPr lang="ko-KR" altLang="en-US"/>
            </a:pPr>
            <a:r>
              <a:rPr lang="ko-KR" altLang="en-US"/>
              <a:t>넷째 수준</a:t>
            </a:r>
            <a:endParaRPr lang="ko-KR" altLang="en-US"/>
          </a:p>
          <a:p>
            <a:pPr lvl="4">
              <a:defRPr lang="ko-KR" altLang="en-US"/>
            </a:pPr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12" name=""/>
          <p:cNvSpPr>
            <a:spLocks noGrp="1"/>
          </p:cNvSpPr>
          <p:nvPr>
            <p:ph sz="quarter" idx="14"/>
          </p:nvPr>
        </p:nvSpPr>
        <p:spPr>
          <a:xfrm>
            <a:off x="609599" y="3915075"/>
            <a:ext cx="5384799" cy="21960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  <a:endParaRPr lang="ko-KR" altLang="en-US"/>
          </a:p>
          <a:p>
            <a:pPr lvl="1">
              <a:defRPr lang="ko-KR" altLang="en-US"/>
            </a:pPr>
            <a:r>
              <a:rPr lang="ko-KR" altLang="en-US"/>
              <a:t>둘째 수준</a:t>
            </a:r>
            <a:endParaRPr lang="ko-KR" altLang="en-US"/>
          </a:p>
          <a:p>
            <a:pPr lvl="2">
              <a:defRPr lang="ko-KR" altLang="en-US"/>
            </a:pPr>
            <a:r>
              <a:rPr lang="ko-KR" altLang="en-US"/>
              <a:t>셋째 수준</a:t>
            </a:r>
            <a:endParaRPr lang="ko-KR" altLang="en-US"/>
          </a:p>
          <a:p>
            <a:pPr lvl="3">
              <a:defRPr lang="ko-KR" altLang="en-US"/>
            </a:pPr>
            <a:r>
              <a:rPr lang="ko-KR" altLang="en-US"/>
              <a:t>넷째 수준</a:t>
            </a:r>
            <a:endParaRPr lang="ko-KR" altLang="en-US"/>
          </a:p>
          <a:p>
            <a:pPr lvl="4">
              <a:defRPr lang="ko-KR" altLang="en-US"/>
            </a:pPr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13" name=""/>
          <p:cNvSpPr>
            <a:spLocks noGrp="1"/>
          </p:cNvSpPr>
          <p:nvPr>
            <p:ph sz="quarter" idx="15"/>
          </p:nvPr>
        </p:nvSpPr>
        <p:spPr>
          <a:xfrm>
            <a:off x="6197599" y="3915075"/>
            <a:ext cx="5384799" cy="21960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  <a:endParaRPr lang="ko-KR" altLang="en-US"/>
          </a:p>
          <a:p>
            <a:pPr lvl="1">
              <a:defRPr lang="ko-KR" altLang="en-US"/>
            </a:pPr>
            <a:r>
              <a:rPr lang="ko-KR" altLang="en-US"/>
              <a:t>둘째 수준</a:t>
            </a:r>
            <a:endParaRPr lang="ko-KR" altLang="en-US"/>
          </a:p>
          <a:p>
            <a:pPr lvl="2">
              <a:defRPr lang="ko-KR" altLang="en-US"/>
            </a:pPr>
            <a:r>
              <a:rPr lang="ko-KR" altLang="en-US"/>
              <a:t>셋째 수준</a:t>
            </a:r>
            <a:endParaRPr lang="ko-KR" altLang="en-US"/>
          </a:p>
          <a:p>
            <a:pPr lvl="3">
              <a:defRPr lang="ko-KR" altLang="en-US"/>
            </a:pPr>
            <a:r>
              <a:rPr lang="ko-KR" altLang="en-US"/>
              <a:t>넷째 수준</a:t>
            </a:r>
            <a:endParaRPr lang="ko-KR" altLang="en-US"/>
          </a:p>
          <a:p>
            <a:pPr lvl="4">
              <a:defRPr lang="ko-KR" altLang="en-US"/>
            </a:pPr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7" name=""/>
          <p:cNvSpPr>
            <a:spLocks noGrp="1"/>
          </p:cNvSpPr>
          <p:nvPr>
            <p:ph type="dt" sz="half" idx="10"/>
          </p:nvPr>
        </p:nvSpPr>
        <p:spPr>
          <a:xfrm>
            <a:off x="609599" y="6356350"/>
            <a:ext cx="2844799" cy="365125"/>
          </a:xfrm>
        </p:spPr>
        <p:txBody>
          <a:bodyPr/>
          <a:lstStyle/>
          <a:p>
            <a:pPr lvl="0">
              <a:defRPr lang="ko-KR" altLang="en-US"/>
            </a:pPr>
            <a:fld id="{AF49605D-2504-4B34-B870-1E9C7514BB7B}" type="datetime1">
              <a:rPr lang="ko-KR" altLang="en-US"/>
              <a:pPr lvl="0">
                <a:defRPr lang="ko-KR" altLang="en-US"/>
              </a:pPr>
              <a:t>2026-06-30</a:t>
            </a:fld>
            <a:endParaRPr lang="ko-KR" altLang="en-US"/>
          </a:p>
        </p:txBody>
      </p:sp>
      <p:sp>
        <p:nvSpPr>
          <p:cNvPr id="8" name=""/>
          <p:cNvSpPr>
            <a:spLocks noGrp="1"/>
          </p:cNvSpPr>
          <p:nvPr>
            <p:ph type="ftr" sz="quarter" idx="11"/>
          </p:nvPr>
        </p:nvSpPr>
        <p:spPr>
          <a:xfrm>
            <a:off x="4165599" y="6356350"/>
            <a:ext cx="3860799" cy="365125"/>
          </a:xfrm>
        </p:spPr>
        <p:txBody>
          <a:bodyPr/>
          <a:lstStyle/>
          <a:p>
            <a:pPr lvl="0">
              <a:defRPr lang="ko-KR" altLang="en-US"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9" name=""/>
          <p:cNvSpPr>
            <a:spLocks noGrp="1"/>
          </p:cNvSpPr>
          <p:nvPr>
            <p:ph type="sldNum" sz="quarter" idx="12"/>
          </p:nvPr>
        </p:nvSpPr>
        <p:spPr>
          <a:xfrm>
            <a:off x="8737599" y="6356350"/>
            <a:ext cx="2844799" cy="365125"/>
          </a:xfrm>
        </p:spPr>
        <p:txBody>
          <a:bodyPr/>
          <a:lstStyle/>
          <a:p>
            <a:pPr lvl="0">
              <a:defRPr lang="ko-KR" altLang="en-US"/>
            </a:pPr>
            <a:fld id="{7689D65B-B557-4199-BC6A-66D78FAB8C53}" type="slidenum">
              <a:rPr lang="ko-KR" altLang="en-US"/>
              <a:pPr lvl="0">
                <a:defRPr lang="ko-KR" altLang="en-US"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4940951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9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1" matchingName="그림 및 설명" type="picTx" preserve="1">
  <p:cSld name="그림 및 설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"/>
          <p:cNvGrpSpPr/>
          <p:nvPr/>
        </p:nvGrpSpPr>
        <p:grpSpPr>
          <a:xfrm rot="0">
            <a:off x="-12699" y="1"/>
            <a:ext cx="4579939" cy="3429000"/>
            <a:chOff x="-9525" y="1"/>
            <a:chExt cx="3434955" cy="3429000"/>
          </a:xfrm>
        </p:grpSpPr>
        <p:sp>
          <p:nvSpPr>
            <p:cNvPr id="21" name=""/>
            <p:cNvSpPr>
              <a:spLocks noEditPoints="1"/>
            </p:cNvSpPr>
            <p:nvPr/>
          </p:nvSpPr>
          <p:spPr>
            <a:xfrm rot="5400000" flipV="1">
              <a:off x="-1064172" y="1064173"/>
              <a:ext cx="3429000" cy="1300655"/>
            </a:xfrm>
            <a:custGeom>
              <a:avLst/>
              <a:gdLst/>
              <a:cxnLst>
                <a:cxn ang="0">
                  <a:pos x="8" y="0"/>
                </a:cxn>
                <a:cxn ang="0">
                  <a:pos x="0" y="3710"/>
                </a:cxn>
                <a:cxn ang="0">
                  <a:pos x="22" y="3628"/>
                </a:cxn>
                <a:cxn ang="0">
                  <a:pos x="64" y="3488"/>
                </a:cxn>
                <a:cxn ang="0">
                  <a:pos x="136" y="3294"/>
                </a:cxn>
                <a:cxn ang="0">
                  <a:pos x="212" y="3116"/>
                </a:cxn>
                <a:cxn ang="0">
                  <a:pos x="274" y="2986"/>
                </a:cxn>
                <a:cxn ang="0">
                  <a:pos x="348" y="2846"/>
                </a:cxn>
                <a:cxn ang="0">
                  <a:pos x="432" y="2700"/>
                </a:cxn>
                <a:cxn ang="0">
                  <a:pos x="528" y="2548"/>
                </a:cxn>
                <a:cxn ang="0">
                  <a:pos x="636" y="2390"/>
                </a:cxn>
                <a:cxn ang="0">
                  <a:pos x="756" y="2228"/>
                </a:cxn>
                <a:cxn ang="0">
                  <a:pos x="892" y="2064"/>
                </a:cxn>
                <a:cxn ang="0">
                  <a:pos x="1040" y="1898"/>
                </a:cxn>
                <a:cxn ang="0">
                  <a:pos x="1204" y="1730"/>
                </a:cxn>
                <a:cxn ang="0">
                  <a:pos x="1384" y="1566"/>
                </a:cxn>
                <a:cxn ang="0">
                  <a:pos x="1580" y="1402"/>
                </a:cxn>
                <a:cxn ang="0">
                  <a:pos x="1794" y="1240"/>
                </a:cxn>
                <a:cxn ang="0">
                  <a:pos x="2024" y="1084"/>
                </a:cxn>
                <a:cxn ang="0">
                  <a:pos x="2274" y="934"/>
                </a:cxn>
                <a:cxn ang="0">
                  <a:pos x="2542" y="790"/>
                </a:cxn>
                <a:cxn ang="0">
                  <a:pos x="2830" y="654"/>
                </a:cxn>
                <a:cxn ang="0">
                  <a:pos x="3140" y="526"/>
                </a:cxn>
                <a:cxn ang="0">
                  <a:pos x="3468" y="410"/>
                </a:cxn>
                <a:cxn ang="0">
                  <a:pos x="3820" y="304"/>
                </a:cxn>
                <a:cxn ang="0">
                  <a:pos x="4194" y="210"/>
                </a:cxn>
                <a:cxn ang="0">
                  <a:pos x="4590" y="132"/>
                </a:cxn>
                <a:cxn ang="0">
                  <a:pos x="5012" y="66"/>
                </a:cxn>
                <a:cxn ang="0">
                  <a:pos x="5230" y="40"/>
                </a:cxn>
                <a:cxn ang="0">
                  <a:pos x="5456" y="18"/>
                </a:cxn>
                <a:cxn ang="0">
                  <a:pos x="5688" y="0"/>
                </a:cxn>
                <a:cxn ang="0">
                  <a:pos x="5688" y="0"/>
                </a:cxn>
              </a:cxnLst>
              <a:rect l="0" t="0" r="r" b="b"/>
              <a:pathLst>
                <a:path w="5688" h="3710">
                  <a:moveTo>
                    <a:pt x="5688" y="0"/>
                  </a:moveTo>
                  <a:lnTo>
                    <a:pt x="8" y="0"/>
                  </a:lnTo>
                  <a:lnTo>
                    <a:pt x="0" y="3710"/>
                  </a:lnTo>
                  <a:lnTo>
                    <a:pt x="0" y="3710"/>
                  </a:lnTo>
                  <a:lnTo>
                    <a:pt x="10" y="3672"/>
                  </a:lnTo>
                  <a:lnTo>
                    <a:pt x="22" y="3628"/>
                  </a:lnTo>
                  <a:lnTo>
                    <a:pt x="40" y="3566"/>
                  </a:lnTo>
                  <a:lnTo>
                    <a:pt x="64" y="3488"/>
                  </a:lnTo>
                  <a:lnTo>
                    <a:pt x="96" y="3396"/>
                  </a:lnTo>
                  <a:lnTo>
                    <a:pt x="136" y="3294"/>
                  </a:lnTo>
                  <a:lnTo>
                    <a:pt x="184" y="3178"/>
                  </a:lnTo>
                  <a:lnTo>
                    <a:pt x="212" y="3116"/>
                  </a:lnTo>
                  <a:lnTo>
                    <a:pt x="242" y="3052"/>
                  </a:lnTo>
                  <a:lnTo>
                    <a:pt x="274" y="2986"/>
                  </a:lnTo>
                  <a:lnTo>
                    <a:pt x="310" y="2918"/>
                  </a:lnTo>
                  <a:lnTo>
                    <a:pt x="348" y="2846"/>
                  </a:lnTo>
                  <a:lnTo>
                    <a:pt x="388" y="2774"/>
                  </a:lnTo>
                  <a:lnTo>
                    <a:pt x="432" y="2700"/>
                  </a:lnTo>
                  <a:lnTo>
                    <a:pt x="478" y="2624"/>
                  </a:lnTo>
                  <a:lnTo>
                    <a:pt x="528" y="2548"/>
                  </a:lnTo>
                  <a:lnTo>
                    <a:pt x="580" y="2470"/>
                  </a:lnTo>
                  <a:lnTo>
                    <a:pt x="636" y="2390"/>
                  </a:lnTo>
                  <a:lnTo>
                    <a:pt x="694" y="2310"/>
                  </a:lnTo>
                  <a:lnTo>
                    <a:pt x="756" y="2228"/>
                  </a:lnTo>
                  <a:lnTo>
                    <a:pt x="822" y="2146"/>
                  </a:lnTo>
                  <a:lnTo>
                    <a:pt x="892" y="2064"/>
                  </a:lnTo>
                  <a:lnTo>
                    <a:pt x="964" y="1980"/>
                  </a:lnTo>
                  <a:lnTo>
                    <a:pt x="1040" y="1898"/>
                  </a:lnTo>
                  <a:lnTo>
                    <a:pt x="1120" y="1814"/>
                  </a:lnTo>
                  <a:lnTo>
                    <a:pt x="1204" y="1730"/>
                  </a:lnTo>
                  <a:lnTo>
                    <a:pt x="1292" y="1648"/>
                  </a:lnTo>
                  <a:lnTo>
                    <a:pt x="1384" y="1566"/>
                  </a:lnTo>
                  <a:lnTo>
                    <a:pt x="1480" y="1482"/>
                  </a:lnTo>
                  <a:lnTo>
                    <a:pt x="1580" y="1402"/>
                  </a:lnTo>
                  <a:lnTo>
                    <a:pt x="1684" y="1320"/>
                  </a:lnTo>
                  <a:lnTo>
                    <a:pt x="1794" y="1240"/>
                  </a:lnTo>
                  <a:lnTo>
                    <a:pt x="1906" y="1162"/>
                  </a:lnTo>
                  <a:lnTo>
                    <a:pt x="2024" y="1084"/>
                  </a:lnTo>
                  <a:lnTo>
                    <a:pt x="2146" y="1008"/>
                  </a:lnTo>
                  <a:lnTo>
                    <a:pt x="2274" y="934"/>
                  </a:lnTo>
                  <a:lnTo>
                    <a:pt x="2406" y="860"/>
                  </a:lnTo>
                  <a:lnTo>
                    <a:pt x="2542" y="790"/>
                  </a:lnTo>
                  <a:lnTo>
                    <a:pt x="2684" y="720"/>
                  </a:lnTo>
                  <a:lnTo>
                    <a:pt x="2830" y="654"/>
                  </a:lnTo>
                  <a:lnTo>
                    <a:pt x="2982" y="588"/>
                  </a:lnTo>
                  <a:lnTo>
                    <a:pt x="3140" y="526"/>
                  </a:lnTo>
                  <a:lnTo>
                    <a:pt x="3302" y="466"/>
                  </a:lnTo>
                  <a:lnTo>
                    <a:pt x="3468" y="410"/>
                  </a:lnTo>
                  <a:lnTo>
                    <a:pt x="3642" y="354"/>
                  </a:lnTo>
                  <a:lnTo>
                    <a:pt x="3820" y="304"/>
                  </a:lnTo>
                  <a:lnTo>
                    <a:pt x="4004" y="256"/>
                  </a:lnTo>
                  <a:lnTo>
                    <a:pt x="4194" y="210"/>
                  </a:lnTo>
                  <a:lnTo>
                    <a:pt x="4390" y="170"/>
                  </a:lnTo>
                  <a:lnTo>
                    <a:pt x="4590" y="132"/>
                  </a:lnTo>
                  <a:lnTo>
                    <a:pt x="4798" y="98"/>
                  </a:lnTo>
                  <a:lnTo>
                    <a:pt x="5012" y="66"/>
                  </a:lnTo>
                  <a:lnTo>
                    <a:pt x="5120" y="54"/>
                  </a:lnTo>
                  <a:lnTo>
                    <a:pt x="5230" y="40"/>
                  </a:lnTo>
                  <a:lnTo>
                    <a:pt x="5344" y="28"/>
                  </a:lnTo>
                  <a:lnTo>
                    <a:pt x="5456" y="18"/>
                  </a:lnTo>
                  <a:lnTo>
                    <a:pt x="5572" y="8"/>
                  </a:lnTo>
                  <a:lnTo>
                    <a:pt x="5688" y="0"/>
                  </a:lnTo>
                  <a:moveTo>
                    <a:pt x="5688" y="0"/>
                  </a:moveTo>
                  <a:lnTo>
                    <a:pt x="5688" y="0"/>
                  </a:lnTo>
                </a:path>
              </a:pathLst>
            </a:custGeom>
            <a:solidFill>
              <a:schemeClr val="bg2">
                <a:lumMod val="25000"/>
                <a:alpha val="25000"/>
              </a:schemeClr>
            </a:solidFill>
            <a:ln w="9525">
              <a:noFill/>
              <a:round/>
            </a:ln>
          </p:spPr>
          <p:txBody>
            <a:bodyPr anchor="ctr"/>
            <a:p>
              <a:pPr lvl="0" algn="ctr">
                <a:defRPr lang="ko-KR" altLang="en-US"/>
              </a:pPr>
              <a:endParaRPr lang="en-US" altLang="ko-KR"/>
            </a:p>
          </p:txBody>
        </p:sp>
        <p:sp>
          <p:nvSpPr>
            <p:cNvPr id="12" name=""/>
            <p:cNvSpPr>
              <a:spLocks noEditPoints="1"/>
            </p:cNvSpPr>
            <p:nvPr/>
          </p:nvSpPr>
          <p:spPr>
            <a:xfrm>
              <a:off x="-4226" y="1"/>
              <a:ext cx="3429656" cy="1828799"/>
            </a:xfrm>
            <a:custGeom>
              <a:avLst/>
              <a:gdLst/>
              <a:cxnLst>
                <a:cxn ang="0">
                  <a:pos x="8" y="0"/>
                </a:cxn>
                <a:cxn ang="0">
                  <a:pos x="0" y="3710"/>
                </a:cxn>
                <a:cxn ang="0">
                  <a:pos x="22" y="3628"/>
                </a:cxn>
                <a:cxn ang="0">
                  <a:pos x="64" y="3488"/>
                </a:cxn>
                <a:cxn ang="0">
                  <a:pos x="136" y="3294"/>
                </a:cxn>
                <a:cxn ang="0">
                  <a:pos x="212" y="3116"/>
                </a:cxn>
                <a:cxn ang="0">
                  <a:pos x="274" y="2986"/>
                </a:cxn>
                <a:cxn ang="0">
                  <a:pos x="348" y="2846"/>
                </a:cxn>
                <a:cxn ang="0">
                  <a:pos x="432" y="2700"/>
                </a:cxn>
                <a:cxn ang="0">
                  <a:pos x="528" y="2548"/>
                </a:cxn>
                <a:cxn ang="0">
                  <a:pos x="636" y="2390"/>
                </a:cxn>
                <a:cxn ang="0">
                  <a:pos x="756" y="2228"/>
                </a:cxn>
                <a:cxn ang="0">
                  <a:pos x="892" y="2064"/>
                </a:cxn>
                <a:cxn ang="0">
                  <a:pos x="1040" y="1898"/>
                </a:cxn>
                <a:cxn ang="0">
                  <a:pos x="1204" y="1730"/>
                </a:cxn>
                <a:cxn ang="0">
                  <a:pos x="1384" y="1566"/>
                </a:cxn>
                <a:cxn ang="0">
                  <a:pos x="1580" y="1402"/>
                </a:cxn>
                <a:cxn ang="0">
                  <a:pos x="1794" y="1240"/>
                </a:cxn>
                <a:cxn ang="0">
                  <a:pos x="2024" y="1084"/>
                </a:cxn>
                <a:cxn ang="0">
                  <a:pos x="2274" y="934"/>
                </a:cxn>
                <a:cxn ang="0">
                  <a:pos x="2542" y="790"/>
                </a:cxn>
                <a:cxn ang="0">
                  <a:pos x="2830" y="654"/>
                </a:cxn>
                <a:cxn ang="0">
                  <a:pos x="3140" y="526"/>
                </a:cxn>
                <a:cxn ang="0">
                  <a:pos x="3468" y="410"/>
                </a:cxn>
                <a:cxn ang="0">
                  <a:pos x="3820" y="304"/>
                </a:cxn>
                <a:cxn ang="0">
                  <a:pos x="4194" y="210"/>
                </a:cxn>
                <a:cxn ang="0">
                  <a:pos x="4590" y="132"/>
                </a:cxn>
                <a:cxn ang="0">
                  <a:pos x="5012" y="66"/>
                </a:cxn>
                <a:cxn ang="0">
                  <a:pos x="5230" y="40"/>
                </a:cxn>
                <a:cxn ang="0">
                  <a:pos x="5456" y="18"/>
                </a:cxn>
                <a:cxn ang="0">
                  <a:pos x="5688" y="0"/>
                </a:cxn>
                <a:cxn ang="0">
                  <a:pos x="5688" y="0"/>
                </a:cxn>
              </a:cxnLst>
              <a:rect l="0" t="0" r="r" b="b"/>
              <a:pathLst>
                <a:path w="5688" h="3710">
                  <a:moveTo>
                    <a:pt x="5688" y="0"/>
                  </a:moveTo>
                  <a:lnTo>
                    <a:pt x="8" y="0"/>
                  </a:lnTo>
                  <a:lnTo>
                    <a:pt x="0" y="3710"/>
                  </a:lnTo>
                  <a:lnTo>
                    <a:pt x="0" y="3710"/>
                  </a:lnTo>
                  <a:lnTo>
                    <a:pt x="10" y="3672"/>
                  </a:lnTo>
                  <a:lnTo>
                    <a:pt x="22" y="3628"/>
                  </a:lnTo>
                  <a:lnTo>
                    <a:pt x="40" y="3566"/>
                  </a:lnTo>
                  <a:lnTo>
                    <a:pt x="64" y="3488"/>
                  </a:lnTo>
                  <a:lnTo>
                    <a:pt x="96" y="3396"/>
                  </a:lnTo>
                  <a:lnTo>
                    <a:pt x="136" y="3294"/>
                  </a:lnTo>
                  <a:lnTo>
                    <a:pt x="184" y="3178"/>
                  </a:lnTo>
                  <a:lnTo>
                    <a:pt x="212" y="3116"/>
                  </a:lnTo>
                  <a:lnTo>
                    <a:pt x="242" y="3052"/>
                  </a:lnTo>
                  <a:lnTo>
                    <a:pt x="274" y="2986"/>
                  </a:lnTo>
                  <a:lnTo>
                    <a:pt x="310" y="2918"/>
                  </a:lnTo>
                  <a:lnTo>
                    <a:pt x="348" y="2846"/>
                  </a:lnTo>
                  <a:lnTo>
                    <a:pt x="388" y="2774"/>
                  </a:lnTo>
                  <a:lnTo>
                    <a:pt x="432" y="2700"/>
                  </a:lnTo>
                  <a:lnTo>
                    <a:pt x="478" y="2624"/>
                  </a:lnTo>
                  <a:lnTo>
                    <a:pt x="528" y="2548"/>
                  </a:lnTo>
                  <a:lnTo>
                    <a:pt x="580" y="2470"/>
                  </a:lnTo>
                  <a:lnTo>
                    <a:pt x="636" y="2390"/>
                  </a:lnTo>
                  <a:lnTo>
                    <a:pt x="694" y="2310"/>
                  </a:lnTo>
                  <a:lnTo>
                    <a:pt x="756" y="2228"/>
                  </a:lnTo>
                  <a:lnTo>
                    <a:pt x="822" y="2146"/>
                  </a:lnTo>
                  <a:lnTo>
                    <a:pt x="892" y="2064"/>
                  </a:lnTo>
                  <a:lnTo>
                    <a:pt x="964" y="1980"/>
                  </a:lnTo>
                  <a:lnTo>
                    <a:pt x="1040" y="1898"/>
                  </a:lnTo>
                  <a:lnTo>
                    <a:pt x="1120" y="1814"/>
                  </a:lnTo>
                  <a:lnTo>
                    <a:pt x="1204" y="1730"/>
                  </a:lnTo>
                  <a:lnTo>
                    <a:pt x="1292" y="1648"/>
                  </a:lnTo>
                  <a:lnTo>
                    <a:pt x="1384" y="1566"/>
                  </a:lnTo>
                  <a:lnTo>
                    <a:pt x="1480" y="1482"/>
                  </a:lnTo>
                  <a:lnTo>
                    <a:pt x="1580" y="1402"/>
                  </a:lnTo>
                  <a:lnTo>
                    <a:pt x="1684" y="1320"/>
                  </a:lnTo>
                  <a:lnTo>
                    <a:pt x="1794" y="1240"/>
                  </a:lnTo>
                  <a:lnTo>
                    <a:pt x="1906" y="1162"/>
                  </a:lnTo>
                  <a:lnTo>
                    <a:pt x="2024" y="1084"/>
                  </a:lnTo>
                  <a:lnTo>
                    <a:pt x="2146" y="1008"/>
                  </a:lnTo>
                  <a:lnTo>
                    <a:pt x="2274" y="934"/>
                  </a:lnTo>
                  <a:lnTo>
                    <a:pt x="2406" y="860"/>
                  </a:lnTo>
                  <a:lnTo>
                    <a:pt x="2542" y="790"/>
                  </a:lnTo>
                  <a:lnTo>
                    <a:pt x="2684" y="720"/>
                  </a:lnTo>
                  <a:lnTo>
                    <a:pt x="2830" y="654"/>
                  </a:lnTo>
                  <a:lnTo>
                    <a:pt x="2982" y="588"/>
                  </a:lnTo>
                  <a:lnTo>
                    <a:pt x="3140" y="526"/>
                  </a:lnTo>
                  <a:lnTo>
                    <a:pt x="3302" y="466"/>
                  </a:lnTo>
                  <a:lnTo>
                    <a:pt x="3468" y="410"/>
                  </a:lnTo>
                  <a:lnTo>
                    <a:pt x="3642" y="354"/>
                  </a:lnTo>
                  <a:lnTo>
                    <a:pt x="3820" y="304"/>
                  </a:lnTo>
                  <a:lnTo>
                    <a:pt x="4004" y="256"/>
                  </a:lnTo>
                  <a:lnTo>
                    <a:pt x="4194" y="210"/>
                  </a:lnTo>
                  <a:lnTo>
                    <a:pt x="4390" y="170"/>
                  </a:lnTo>
                  <a:lnTo>
                    <a:pt x="4590" y="132"/>
                  </a:lnTo>
                  <a:lnTo>
                    <a:pt x="4798" y="98"/>
                  </a:lnTo>
                  <a:lnTo>
                    <a:pt x="5012" y="66"/>
                  </a:lnTo>
                  <a:lnTo>
                    <a:pt x="5120" y="54"/>
                  </a:lnTo>
                  <a:lnTo>
                    <a:pt x="5230" y="40"/>
                  </a:lnTo>
                  <a:lnTo>
                    <a:pt x="5344" y="28"/>
                  </a:lnTo>
                  <a:lnTo>
                    <a:pt x="5456" y="18"/>
                  </a:lnTo>
                  <a:lnTo>
                    <a:pt x="5572" y="8"/>
                  </a:lnTo>
                  <a:lnTo>
                    <a:pt x="5688" y="0"/>
                  </a:lnTo>
                  <a:moveTo>
                    <a:pt x="5688" y="0"/>
                  </a:moveTo>
                  <a:lnTo>
                    <a:pt x="5688" y="0"/>
                  </a:lnTo>
                </a:path>
              </a:pathLst>
            </a:custGeom>
            <a:solidFill>
              <a:schemeClr val="accent1">
                <a:lumMod val="60000"/>
                <a:lumOff val="40000"/>
                <a:alpha val="49000"/>
              </a:schemeClr>
            </a:solidFill>
            <a:ln w="9525">
              <a:noFill/>
              <a:round/>
            </a:ln>
          </p:spPr>
          <p:txBody>
            <a:bodyPr anchor="ctr"/>
            <a:p>
              <a:pPr lvl="0" algn="ctr">
                <a:defRPr lang="ko-KR" altLang="en-US"/>
              </a:pPr>
              <a:endParaRPr lang="en-US" altLang="ko-KR"/>
            </a:p>
          </p:txBody>
        </p:sp>
        <p:sp>
          <p:nvSpPr>
            <p:cNvPr id="13" name=""/>
            <p:cNvSpPr>
              <a:spLocks noEditPoints="1"/>
            </p:cNvSpPr>
            <p:nvPr/>
          </p:nvSpPr>
          <p:spPr>
            <a:xfrm>
              <a:off x="-9525" y="1"/>
              <a:ext cx="3286126" cy="1219199"/>
            </a:xfrm>
            <a:custGeom>
              <a:avLst/>
              <a:gdLst/>
              <a:cxnLst>
                <a:cxn ang="0">
                  <a:pos x="5688" y="0"/>
                </a:cxn>
                <a:cxn ang="0">
                  <a:pos x="8" y="0"/>
                </a:cxn>
                <a:cxn ang="0">
                  <a:pos x="0" y="2678"/>
                </a:cxn>
                <a:cxn ang="0">
                  <a:pos x="0" y="2678"/>
                </a:cxn>
                <a:cxn ang="0">
                  <a:pos x="10" y="2652"/>
                </a:cxn>
                <a:cxn ang="0">
                  <a:pos x="22" y="2618"/>
                </a:cxn>
                <a:cxn ang="0">
                  <a:pos x="40" y="2574"/>
                </a:cxn>
                <a:cxn ang="0">
                  <a:pos x="64" y="2518"/>
                </a:cxn>
                <a:cxn ang="0">
                  <a:pos x="96" y="2452"/>
                </a:cxn>
                <a:cxn ang="0">
                  <a:pos x="136" y="2378"/>
                </a:cxn>
                <a:cxn ang="0">
                  <a:pos x="184" y="2294"/>
                </a:cxn>
                <a:cxn ang="0">
                  <a:pos x="242" y="2204"/>
                </a:cxn>
                <a:cxn ang="0">
                  <a:pos x="274" y="2156"/>
                </a:cxn>
                <a:cxn ang="0">
                  <a:pos x="310" y="2106"/>
                </a:cxn>
                <a:cxn ang="0">
                  <a:pos x="348" y="2056"/>
                </a:cxn>
                <a:cxn ang="0">
                  <a:pos x="388" y="2002"/>
                </a:cxn>
                <a:cxn ang="0">
                  <a:pos x="432" y="1950"/>
                </a:cxn>
                <a:cxn ang="0">
                  <a:pos x="478" y="1894"/>
                </a:cxn>
                <a:cxn ang="0">
                  <a:pos x="528" y="1840"/>
                </a:cxn>
                <a:cxn ang="0">
                  <a:pos x="580" y="1782"/>
                </a:cxn>
                <a:cxn ang="0">
                  <a:pos x="636" y="1726"/>
                </a:cxn>
                <a:cxn ang="0">
                  <a:pos x="694" y="1668"/>
                </a:cxn>
                <a:cxn ang="0">
                  <a:pos x="756" y="1608"/>
                </a:cxn>
                <a:cxn ang="0">
                  <a:pos x="822" y="1550"/>
                </a:cxn>
                <a:cxn ang="0">
                  <a:pos x="892" y="1490"/>
                </a:cxn>
                <a:cxn ang="0">
                  <a:pos x="964" y="1430"/>
                </a:cxn>
                <a:cxn ang="0">
                  <a:pos x="1040" y="1370"/>
                </a:cxn>
                <a:cxn ang="0">
                  <a:pos x="1120" y="1310"/>
                </a:cxn>
                <a:cxn ang="0">
                  <a:pos x="1204" y="1250"/>
                </a:cxn>
                <a:cxn ang="0">
                  <a:pos x="1292" y="1190"/>
                </a:cxn>
                <a:cxn ang="0">
                  <a:pos x="1384" y="1130"/>
                </a:cxn>
                <a:cxn ang="0">
                  <a:pos x="1480" y="1070"/>
                </a:cxn>
                <a:cxn ang="0">
                  <a:pos x="1580" y="1012"/>
                </a:cxn>
                <a:cxn ang="0">
                  <a:pos x="1684" y="954"/>
                </a:cxn>
                <a:cxn ang="0">
                  <a:pos x="1794" y="896"/>
                </a:cxn>
                <a:cxn ang="0">
                  <a:pos x="1906" y="840"/>
                </a:cxn>
                <a:cxn ang="0">
                  <a:pos x="2024" y="784"/>
                </a:cxn>
                <a:cxn ang="0">
                  <a:pos x="2146" y="728"/>
                </a:cxn>
                <a:cxn ang="0">
                  <a:pos x="2274" y="674"/>
                </a:cxn>
                <a:cxn ang="0">
                  <a:pos x="2406" y="622"/>
                </a:cxn>
                <a:cxn ang="0">
                  <a:pos x="2542" y="570"/>
                </a:cxn>
                <a:cxn ang="0">
                  <a:pos x="2684" y="520"/>
                </a:cxn>
                <a:cxn ang="0">
                  <a:pos x="2830" y="472"/>
                </a:cxn>
                <a:cxn ang="0">
                  <a:pos x="2982" y="426"/>
                </a:cxn>
                <a:cxn ang="0">
                  <a:pos x="3140" y="380"/>
                </a:cxn>
                <a:cxn ang="0">
                  <a:pos x="3302" y="336"/>
                </a:cxn>
                <a:cxn ang="0">
                  <a:pos x="3468" y="296"/>
                </a:cxn>
                <a:cxn ang="0">
                  <a:pos x="3642" y="256"/>
                </a:cxn>
                <a:cxn ang="0">
                  <a:pos x="3820" y="220"/>
                </a:cxn>
                <a:cxn ang="0">
                  <a:pos x="4004" y="184"/>
                </a:cxn>
                <a:cxn ang="0">
                  <a:pos x="4194" y="152"/>
                </a:cxn>
                <a:cxn ang="0">
                  <a:pos x="4390" y="122"/>
                </a:cxn>
                <a:cxn ang="0">
                  <a:pos x="4590" y="94"/>
                </a:cxn>
                <a:cxn ang="0">
                  <a:pos x="4798" y="70"/>
                </a:cxn>
                <a:cxn ang="0">
                  <a:pos x="5012" y="48"/>
                </a:cxn>
                <a:cxn ang="0">
                  <a:pos x="5230" y="30"/>
                </a:cxn>
                <a:cxn ang="0">
                  <a:pos x="5456" y="14"/>
                </a:cxn>
                <a:cxn ang="0">
                  <a:pos x="5688" y="0"/>
                </a:cxn>
                <a:cxn ang="0">
                  <a:pos x="5688" y="0"/>
                </a:cxn>
                <a:cxn ang="0">
                  <a:pos x="5688" y="0"/>
                </a:cxn>
              </a:cxnLst>
              <a:rect l="0" t="0" r="r" b="b"/>
              <a:pathLst>
                <a:path w="5688" h="2678">
                  <a:moveTo>
                    <a:pt x="5688" y="0"/>
                  </a:moveTo>
                  <a:lnTo>
                    <a:pt x="8" y="0"/>
                  </a:lnTo>
                  <a:lnTo>
                    <a:pt x="0" y="2678"/>
                  </a:lnTo>
                  <a:lnTo>
                    <a:pt x="0" y="2678"/>
                  </a:lnTo>
                  <a:lnTo>
                    <a:pt x="10" y="2652"/>
                  </a:lnTo>
                  <a:lnTo>
                    <a:pt x="22" y="2618"/>
                  </a:lnTo>
                  <a:lnTo>
                    <a:pt x="40" y="2574"/>
                  </a:lnTo>
                  <a:lnTo>
                    <a:pt x="64" y="2518"/>
                  </a:lnTo>
                  <a:lnTo>
                    <a:pt x="96" y="2452"/>
                  </a:lnTo>
                  <a:lnTo>
                    <a:pt x="136" y="2378"/>
                  </a:lnTo>
                  <a:lnTo>
                    <a:pt x="184" y="2294"/>
                  </a:lnTo>
                  <a:lnTo>
                    <a:pt x="242" y="2204"/>
                  </a:lnTo>
                  <a:lnTo>
                    <a:pt x="274" y="2156"/>
                  </a:lnTo>
                  <a:lnTo>
                    <a:pt x="310" y="2106"/>
                  </a:lnTo>
                  <a:lnTo>
                    <a:pt x="348" y="2056"/>
                  </a:lnTo>
                  <a:lnTo>
                    <a:pt x="388" y="2002"/>
                  </a:lnTo>
                  <a:lnTo>
                    <a:pt x="432" y="1950"/>
                  </a:lnTo>
                  <a:lnTo>
                    <a:pt x="478" y="1894"/>
                  </a:lnTo>
                  <a:lnTo>
                    <a:pt x="528" y="1840"/>
                  </a:lnTo>
                  <a:lnTo>
                    <a:pt x="580" y="1782"/>
                  </a:lnTo>
                  <a:lnTo>
                    <a:pt x="636" y="1726"/>
                  </a:lnTo>
                  <a:lnTo>
                    <a:pt x="694" y="1668"/>
                  </a:lnTo>
                  <a:lnTo>
                    <a:pt x="756" y="1608"/>
                  </a:lnTo>
                  <a:lnTo>
                    <a:pt x="822" y="1550"/>
                  </a:lnTo>
                  <a:lnTo>
                    <a:pt x="892" y="1490"/>
                  </a:lnTo>
                  <a:lnTo>
                    <a:pt x="964" y="1430"/>
                  </a:lnTo>
                  <a:lnTo>
                    <a:pt x="1040" y="1370"/>
                  </a:lnTo>
                  <a:lnTo>
                    <a:pt x="1120" y="1310"/>
                  </a:lnTo>
                  <a:lnTo>
                    <a:pt x="1204" y="1250"/>
                  </a:lnTo>
                  <a:lnTo>
                    <a:pt x="1292" y="1190"/>
                  </a:lnTo>
                  <a:lnTo>
                    <a:pt x="1384" y="1130"/>
                  </a:lnTo>
                  <a:lnTo>
                    <a:pt x="1480" y="1070"/>
                  </a:lnTo>
                  <a:lnTo>
                    <a:pt x="1580" y="1012"/>
                  </a:lnTo>
                  <a:lnTo>
                    <a:pt x="1684" y="954"/>
                  </a:lnTo>
                  <a:lnTo>
                    <a:pt x="1794" y="896"/>
                  </a:lnTo>
                  <a:lnTo>
                    <a:pt x="1906" y="840"/>
                  </a:lnTo>
                  <a:lnTo>
                    <a:pt x="2024" y="784"/>
                  </a:lnTo>
                  <a:lnTo>
                    <a:pt x="2146" y="728"/>
                  </a:lnTo>
                  <a:lnTo>
                    <a:pt x="2274" y="674"/>
                  </a:lnTo>
                  <a:lnTo>
                    <a:pt x="2406" y="622"/>
                  </a:lnTo>
                  <a:lnTo>
                    <a:pt x="2542" y="570"/>
                  </a:lnTo>
                  <a:lnTo>
                    <a:pt x="2684" y="520"/>
                  </a:lnTo>
                  <a:lnTo>
                    <a:pt x="2830" y="472"/>
                  </a:lnTo>
                  <a:lnTo>
                    <a:pt x="2982" y="426"/>
                  </a:lnTo>
                  <a:lnTo>
                    <a:pt x="3140" y="380"/>
                  </a:lnTo>
                  <a:lnTo>
                    <a:pt x="3302" y="336"/>
                  </a:lnTo>
                  <a:lnTo>
                    <a:pt x="3468" y="296"/>
                  </a:lnTo>
                  <a:lnTo>
                    <a:pt x="3642" y="256"/>
                  </a:lnTo>
                  <a:lnTo>
                    <a:pt x="3820" y="220"/>
                  </a:lnTo>
                  <a:lnTo>
                    <a:pt x="4004" y="184"/>
                  </a:lnTo>
                  <a:lnTo>
                    <a:pt x="4194" y="152"/>
                  </a:lnTo>
                  <a:lnTo>
                    <a:pt x="4390" y="122"/>
                  </a:lnTo>
                  <a:lnTo>
                    <a:pt x="4590" y="94"/>
                  </a:lnTo>
                  <a:lnTo>
                    <a:pt x="4798" y="70"/>
                  </a:lnTo>
                  <a:lnTo>
                    <a:pt x="5012" y="48"/>
                  </a:lnTo>
                  <a:lnTo>
                    <a:pt x="5230" y="30"/>
                  </a:lnTo>
                  <a:lnTo>
                    <a:pt x="5456" y="14"/>
                  </a:lnTo>
                  <a:lnTo>
                    <a:pt x="5688" y="0"/>
                  </a:lnTo>
                  <a:moveTo>
                    <a:pt x="5688" y="0"/>
                  </a:moveTo>
                  <a:lnTo>
                    <a:pt x="5688" y="0"/>
                  </a:lnTo>
                </a:path>
              </a:pathLst>
            </a:custGeom>
            <a:solidFill>
              <a:schemeClr val="accent4">
                <a:lumMod val="75000"/>
                <a:alpha val="44000"/>
              </a:schemeClr>
            </a:solidFill>
            <a:ln w="9525">
              <a:noFill/>
              <a:round/>
            </a:ln>
          </p:spPr>
          <p:txBody>
            <a:bodyPr anchor="ctr"/>
            <a:p>
              <a:pPr lvl="0" algn="ctr">
                <a:defRPr lang="ko-KR" altLang="en-US"/>
              </a:pPr>
              <a:endParaRPr lang="en-US" altLang="ko-KR"/>
            </a:p>
          </p:txBody>
        </p:sp>
      </p:grpSp>
      <p:grpSp>
        <p:nvGrpSpPr>
          <p:cNvPr id="9" name=""/>
          <p:cNvGrpSpPr/>
          <p:nvPr/>
        </p:nvGrpSpPr>
        <p:grpSpPr>
          <a:xfrm rot="0">
            <a:off x="7619125" y="3429000"/>
            <a:ext cx="4572874" cy="3429000"/>
            <a:chOff x="5714344" y="3429000"/>
            <a:chExt cx="3429656" cy="3429000"/>
          </a:xfrm>
        </p:grpSpPr>
        <p:grpSp>
          <p:nvGrpSpPr>
            <p:cNvPr id="10" name=""/>
            <p:cNvGrpSpPr/>
            <p:nvPr/>
          </p:nvGrpSpPr>
          <p:grpSpPr>
            <a:xfrm rot="0" flipV="1">
              <a:off x="5714344" y="5029201"/>
              <a:ext cx="3429656" cy="1828799"/>
              <a:chOff x="5714344" y="1"/>
              <a:chExt cx="3429656" cy="1828799"/>
            </a:xfrm>
          </p:grpSpPr>
          <p:sp>
            <p:nvSpPr>
              <p:cNvPr id="17" name=""/>
              <p:cNvSpPr>
                <a:spLocks noEditPoints="1"/>
              </p:cNvSpPr>
              <p:nvPr/>
            </p:nvSpPr>
            <p:spPr>
              <a:xfrm flipH="1">
                <a:off x="5714344" y="1"/>
                <a:ext cx="3429656" cy="1828799"/>
              </a:xfrm>
              <a:custGeom>
                <a:avLst/>
                <a:gdLst/>
                <a:cxnLst>
                  <a:cxn ang="0">
                    <a:pos x="8" y="0"/>
                  </a:cxn>
                  <a:cxn ang="0">
                    <a:pos x="0" y="3710"/>
                  </a:cxn>
                  <a:cxn ang="0">
                    <a:pos x="22" y="3628"/>
                  </a:cxn>
                  <a:cxn ang="0">
                    <a:pos x="64" y="3488"/>
                  </a:cxn>
                  <a:cxn ang="0">
                    <a:pos x="136" y="3294"/>
                  </a:cxn>
                  <a:cxn ang="0">
                    <a:pos x="212" y="3116"/>
                  </a:cxn>
                  <a:cxn ang="0">
                    <a:pos x="274" y="2986"/>
                  </a:cxn>
                  <a:cxn ang="0">
                    <a:pos x="348" y="2846"/>
                  </a:cxn>
                  <a:cxn ang="0">
                    <a:pos x="432" y="2700"/>
                  </a:cxn>
                  <a:cxn ang="0">
                    <a:pos x="528" y="2548"/>
                  </a:cxn>
                  <a:cxn ang="0">
                    <a:pos x="636" y="2390"/>
                  </a:cxn>
                  <a:cxn ang="0">
                    <a:pos x="756" y="2228"/>
                  </a:cxn>
                  <a:cxn ang="0">
                    <a:pos x="892" y="2064"/>
                  </a:cxn>
                  <a:cxn ang="0">
                    <a:pos x="1040" y="1898"/>
                  </a:cxn>
                  <a:cxn ang="0">
                    <a:pos x="1204" y="1730"/>
                  </a:cxn>
                  <a:cxn ang="0">
                    <a:pos x="1384" y="1566"/>
                  </a:cxn>
                  <a:cxn ang="0">
                    <a:pos x="1580" y="1402"/>
                  </a:cxn>
                  <a:cxn ang="0">
                    <a:pos x="1794" y="1240"/>
                  </a:cxn>
                  <a:cxn ang="0">
                    <a:pos x="2024" y="1084"/>
                  </a:cxn>
                  <a:cxn ang="0">
                    <a:pos x="2274" y="934"/>
                  </a:cxn>
                  <a:cxn ang="0">
                    <a:pos x="2542" y="790"/>
                  </a:cxn>
                  <a:cxn ang="0">
                    <a:pos x="2830" y="654"/>
                  </a:cxn>
                  <a:cxn ang="0">
                    <a:pos x="3140" y="526"/>
                  </a:cxn>
                  <a:cxn ang="0">
                    <a:pos x="3468" y="410"/>
                  </a:cxn>
                  <a:cxn ang="0">
                    <a:pos x="3820" y="304"/>
                  </a:cxn>
                  <a:cxn ang="0">
                    <a:pos x="4194" y="210"/>
                  </a:cxn>
                  <a:cxn ang="0">
                    <a:pos x="4590" y="132"/>
                  </a:cxn>
                  <a:cxn ang="0">
                    <a:pos x="5012" y="66"/>
                  </a:cxn>
                  <a:cxn ang="0">
                    <a:pos x="5230" y="40"/>
                  </a:cxn>
                  <a:cxn ang="0">
                    <a:pos x="5456" y="18"/>
                  </a:cxn>
                  <a:cxn ang="0">
                    <a:pos x="5688" y="0"/>
                  </a:cxn>
                  <a:cxn ang="0">
                    <a:pos x="5688" y="0"/>
                  </a:cxn>
                </a:cxnLst>
                <a:rect l="0" t="0" r="r" b="b"/>
                <a:pathLst>
                  <a:path w="5688" h="3710">
                    <a:moveTo>
                      <a:pt x="5688" y="0"/>
                    </a:moveTo>
                    <a:lnTo>
                      <a:pt x="8" y="0"/>
                    </a:lnTo>
                    <a:lnTo>
                      <a:pt x="0" y="3710"/>
                    </a:lnTo>
                    <a:lnTo>
                      <a:pt x="0" y="3710"/>
                    </a:lnTo>
                    <a:lnTo>
                      <a:pt x="10" y="3672"/>
                    </a:lnTo>
                    <a:lnTo>
                      <a:pt x="22" y="3628"/>
                    </a:lnTo>
                    <a:lnTo>
                      <a:pt x="40" y="3566"/>
                    </a:lnTo>
                    <a:lnTo>
                      <a:pt x="64" y="3488"/>
                    </a:lnTo>
                    <a:lnTo>
                      <a:pt x="96" y="3396"/>
                    </a:lnTo>
                    <a:lnTo>
                      <a:pt x="136" y="3294"/>
                    </a:lnTo>
                    <a:lnTo>
                      <a:pt x="184" y="3178"/>
                    </a:lnTo>
                    <a:lnTo>
                      <a:pt x="212" y="3116"/>
                    </a:lnTo>
                    <a:lnTo>
                      <a:pt x="242" y="3052"/>
                    </a:lnTo>
                    <a:lnTo>
                      <a:pt x="274" y="2986"/>
                    </a:lnTo>
                    <a:lnTo>
                      <a:pt x="310" y="2918"/>
                    </a:lnTo>
                    <a:lnTo>
                      <a:pt x="348" y="2846"/>
                    </a:lnTo>
                    <a:lnTo>
                      <a:pt x="388" y="2774"/>
                    </a:lnTo>
                    <a:lnTo>
                      <a:pt x="432" y="2700"/>
                    </a:lnTo>
                    <a:lnTo>
                      <a:pt x="478" y="2624"/>
                    </a:lnTo>
                    <a:lnTo>
                      <a:pt x="528" y="2548"/>
                    </a:lnTo>
                    <a:lnTo>
                      <a:pt x="580" y="2470"/>
                    </a:lnTo>
                    <a:lnTo>
                      <a:pt x="636" y="2390"/>
                    </a:lnTo>
                    <a:lnTo>
                      <a:pt x="694" y="2310"/>
                    </a:lnTo>
                    <a:lnTo>
                      <a:pt x="756" y="2228"/>
                    </a:lnTo>
                    <a:lnTo>
                      <a:pt x="822" y="2146"/>
                    </a:lnTo>
                    <a:lnTo>
                      <a:pt x="892" y="2064"/>
                    </a:lnTo>
                    <a:lnTo>
                      <a:pt x="964" y="1980"/>
                    </a:lnTo>
                    <a:lnTo>
                      <a:pt x="1040" y="1898"/>
                    </a:lnTo>
                    <a:lnTo>
                      <a:pt x="1120" y="1814"/>
                    </a:lnTo>
                    <a:lnTo>
                      <a:pt x="1204" y="1730"/>
                    </a:lnTo>
                    <a:lnTo>
                      <a:pt x="1292" y="1648"/>
                    </a:lnTo>
                    <a:lnTo>
                      <a:pt x="1384" y="1566"/>
                    </a:lnTo>
                    <a:lnTo>
                      <a:pt x="1480" y="1482"/>
                    </a:lnTo>
                    <a:lnTo>
                      <a:pt x="1580" y="1402"/>
                    </a:lnTo>
                    <a:lnTo>
                      <a:pt x="1684" y="1320"/>
                    </a:lnTo>
                    <a:lnTo>
                      <a:pt x="1794" y="1240"/>
                    </a:lnTo>
                    <a:lnTo>
                      <a:pt x="1906" y="1162"/>
                    </a:lnTo>
                    <a:lnTo>
                      <a:pt x="2024" y="1084"/>
                    </a:lnTo>
                    <a:lnTo>
                      <a:pt x="2146" y="1008"/>
                    </a:lnTo>
                    <a:lnTo>
                      <a:pt x="2274" y="934"/>
                    </a:lnTo>
                    <a:lnTo>
                      <a:pt x="2406" y="860"/>
                    </a:lnTo>
                    <a:lnTo>
                      <a:pt x="2542" y="790"/>
                    </a:lnTo>
                    <a:lnTo>
                      <a:pt x="2684" y="720"/>
                    </a:lnTo>
                    <a:lnTo>
                      <a:pt x="2830" y="654"/>
                    </a:lnTo>
                    <a:lnTo>
                      <a:pt x="2982" y="588"/>
                    </a:lnTo>
                    <a:lnTo>
                      <a:pt x="3140" y="526"/>
                    </a:lnTo>
                    <a:lnTo>
                      <a:pt x="3302" y="466"/>
                    </a:lnTo>
                    <a:lnTo>
                      <a:pt x="3468" y="410"/>
                    </a:lnTo>
                    <a:lnTo>
                      <a:pt x="3642" y="354"/>
                    </a:lnTo>
                    <a:lnTo>
                      <a:pt x="3820" y="304"/>
                    </a:lnTo>
                    <a:lnTo>
                      <a:pt x="4004" y="256"/>
                    </a:lnTo>
                    <a:lnTo>
                      <a:pt x="4194" y="210"/>
                    </a:lnTo>
                    <a:lnTo>
                      <a:pt x="4390" y="170"/>
                    </a:lnTo>
                    <a:lnTo>
                      <a:pt x="4590" y="132"/>
                    </a:lnTo>
                    <a:lnTo>
                      <a:pt x="4798" y="98"/>
                    </a:lnTo>
                    <a:lnTo>
                      <a:pt x="5012" y="66"/>
                    </a:lnTo>
                    <a:lnTo>
                      <a:pt x="5120" y="54"/>
                    </a:lnTo>
                    <a:lnTo>
                      <a:pt x="5230" y="40"/>
                    </a:lnTo>
                    <a:lnTo>
                      <a:pt x="5344" y="28"/>
                    </a:lnTo>
                    <a:lnTo>
                      <a:pt x="5456" y="18"/>
                    </a:lnTo>
                    <a:lnTo>
                      <a:pt x="5572" y="8"/>
                    </a:lnTo>
                    <a:lnTo>
                      <a:pt x="5688" y="0"/>
                    </a:lnTo>
                    <a:moveTo>
                      <a:pt x="5688" y="0"/>
                    </a:moveTo>
                    <a:lnTo>
                      <a:pt x="5688" y="0"/>
                    </a:lnTo>
                  </a:path>
                </a:pathLst>
              </a:custGeom>
              <a:solidFill>
                <a:schemeClr val="accent1">
                  <a:lumMod val="60000"/>
                  <a:lumOff val="40000"/>
                  <a:alpha val="49000"/>
                </a:schemeClr>
              </a:solidFill>
              <a:ln w="9525">
                <a:noFill/>
                <a:round/>
              </a:ln>
            </p:spPr>
            <p:txBody>
              <a:bodyPr anchor="ctr"/>
              <a:p>
                <a:pPr lvl="0" algn="ctr">
                  <a:defRPr lang="ko-KR" altLang="en-US"/>
                </a:pPr>
                <a:endParaRPr lang="en-US" altLang="ko-KR"/>
              </a:p>
            </p:txBody>
          </p:sp>
          <p:sp>
            <p:nvSpPr>
              <p:cNvPr id="18" name=""/>
              <p:cNvSpPr>
                <a:spLocks noEditPoints="1"/>
              </p:cNvSpPr>
              <p:nvPr/>
            </p:nvSpPr>
            <p:spPr>
              <a:xfrm flipH="1">
                <a:off x="5857874" y="1"/>
                <a:ext cx="3286126" cy="1219199"/>
              </a:xfrm>
              <a:custGeom>
                <a:avLst/>
                <a:gdLst/>
                <a:cxnLst>
                  <a:cxn ang="0">
                    <a:pos x="5688" y="0"/>
                  </a:cxn>
                  <a:cxn ang="0">
                    <a:pos x="8" y="0"/>
                  </a:cxn>
                  <a:cxn ang="0">
                    <a:pos x="0" y="2678"/>
                  </a:cxn>
                  <a:cxn ang="0">
                    <a:pos x="0" y="2678"/>
                  </a:cxn>
                  <a:cxn ang="0">
                    <a:pos x="10" y="2652"/>
                  </a:cxn>
                  <a:cxn ang="0">
                    <a:pos x="22" y="2618"/>
                  </a:cxn>
                  <a:cxn ang="0">
                    <a:pos x="40" y="2574"/>
                  </a:cxn>
                  <a:cxn ang="0">
                    <a:pos x="64" y="2518"/>
                  </a:cxn>
                  <a:cxn ang="0">
                    <a:pos x="96" y="2452"/>
                  </a:cxn>
                  <a:cxn ang="0">
                    <a:pos x="136" y="2378"/>
                  </a:cxn>
                  <a:cxn ang="0">
                    <a:pos x="184" y="2294"/>
                  </a:cxn>
                  <a:cxn ang="0">
                    <a:pos x="242" y="2204"/>
                  </a:cxn>
                  <a:cxn ang="0">
                    <a:pos x="274" y="2156"/>
                  </a:cxn>
                  <a:cxn ang="0">
                    <a:pos x="310" y="2106"/>
                  </a:cxn>
                  <a:cxn ang="0">
                    <a:pos x="348" y="2056"/>
                  </a:cxn>
                  <a:cxn ang="0">
                    <a:pos x="388" y="2002"/>
                  </a:cxn>
                  <a:cxn ang="0">
                    <a:pos x="432" y="1950"/>
                  </a:cxn>
                  <a:cxn ang="0">
                    <a:pos x="478" y="1894"/>
                  </a:cxn>
                  <a:cxn ang="0">
                    <a:pos x="528" y="1840"/>
                  </a:cxn>
                  <a:cxn ang="0">
                    <a:pos x="580" y="1782"/>
                  </a:cxn>
                  <a:cxn ang="0">
                    <a:pos x="636" y="1726"/>
                  </a:cxn>
                  <a:cxn ang="0">
                    <a:pos x="694" y="1668"/>
                  </a:cxn>
                  <a:cxn ang="0">
                    <a:pos x="756" y="1608"/>
                  </a:cxn>
                  <a:cxn ang="0">
                    <a:pos x="822" y="1550"/>
                  </a:cxn>
                  <a:cxn ang="0">
                    <a:pos x="892" y="1490"/>
                  </a:cxn>
                  <a:cxn ang="0">
                    <a:pos x="964" y="1430"/>
                  </a:cxn>
                  <a:cxn ang="0">
                    <a:pos x="1040" y="1370"/>
                  </a:cxn>
                  <a:cxn ang="0">
                    <a:pos x="1120" y="1310"/>
                  </a:cxn>
                  <a:cxn ang="0">
                    <a:pos x="1204" y="1250"/>
                  </a:cxn>
                  <a:cxn ang="0">
                    <a:pos x="1292" y="1190"/>
                  </a:cxn>
                  <a:cxn ang="0">
                    <a:pos x="1384" y="1130"/>
                  </a:cxn>
                  <a:cxn ang="0">
                    <a:pos x="1480" y="1070"/>
                  </a:cxn>
                  <a:cxn ang="0">
                    <a:pos x="1580" y="1012"/>
                  </a:cxn>
                  <a:cxn ang="0">
                    <a:pos x="1684" y="954"/>
                  </a:cxn>
                  <a:cxn ang="0">
                    <a:pos x="1794" y="896"/>
                  </a:cxn>
                  <a:cxn ang="0">
                    <a:pos x="1906" y="840"/>
                  </a:cxn>
                  <a:cxn ang="0">
                    <a:pos x="2024" y="784"/>
                  </a:cxn>
                  <a:cxn ang="0">
                    <a:pos x="2146" y="728"/>
                  </a:cxn>
                  <a:cxn ang="0">
                    <a:pos x="2274" y="674"/>
                  </a:cxn>
                  <a:cxn ang="0">
                    <a:pos x="2406" y="622"/>
                  </a:cxn>
                  <a:cxn ang="0">
                    <a:pos x="2542" y="570"/>
                  </a:cxn>
                  <a:cxn ang="0">
                    <a:pos x="2684" y="520"/>
                  </a:cxn>
                  <a:cxn ang="0">
                    <a:pos x="2830" y="472"/>
                  </a:cxn>
                  <a:cxn ang="0">
                    <a:pos x="2982" y="426"/>
                  </a:cxn>
                  <a:cxn ang="0">
                    <a:pos x="3140" y="380"/>
                  </a:cxn>
                  <a:cxn ang="0">
                    <a:pos x="3302" y="336"/>
                  </a:cxn>
                  <a:cxn ang="0">
                    <a:pos x="3468" y="296"/>
                  </a:cxn>
                  <a:cxn ang="0">
                    <a:pos x="3642" y="256"/>
                  </a:cxn>
                  <a:cxn ang="0">
                    <a:pos x="3820" y="220"/>
                  </a:cxn>
                  <a:cxn ang="0">
                    <a:pos x="4004" y="184"/>
                  </a:cxn>
                  <a:cxn ang="0">
                    <a:pos x="4194" y="152"/>
                  </a:cxn>
                  <a:cxn ang="0">
                    <a:pos x="4390" y="122"/>
                  </a:cxn>
                  <a:cxn ang="0">
                    <a:pos x="4590" y="94"/>
                  </a:cxn>
                  <a:cxn ang="0">
                    <a:pos x="4798" y="70"/>
                  </a:cxn>
                  <a:cxn ang="0">
                    <a:pos x="5012" y="48"/>
                  </a:cxn>
                  <a:cxn ang="0">
                    <a:pos x="5230" y="30"/>
                  </a:cxn>
                  <a:cxn ang="0">
                    <a:pos x="5456" y="14"/>
                  </a:cxn>
                  <a:cxn ang="0">
                    <a:pos x="5688" y="0"/>
                  </a:cxn>
                  <a:cxn ang="0">
                    <a:pos x="5688" y="0"/>
                  </a:cxn>
                  <a:cxn ang="0">
                    <a:pos x="5688" y="0"/>
                  </a:cxn>
                </a:cxnLst>
                <a:rect l="0" t="0" r="r" b="b"/>
                <a:pathLst>
                  <a:path w="5688" h="2678">
                    <a:moveTo>
                      <a:pt x="5688" y="0"/>
                    </a:moveTo>
                    <a:lnTo>
                      <a:pt x="8" y="0"/>
                    </a:lnTo>
                    <a:lnTo>
                      <a:pt x="0" y="2678"/>
                    </a:lnTo>
                    <a:lnTo>
                      <a:pt x="0" y="2678"/>
                    </a:lnTo>
                    <a:lnTo>
                      <a:pt x="10" y="2652"/>
                    </a:lnTo>
                    <a:lnTo>
                      <a:pt x="22" y="2618"/>
                    </a:lnTo>
                    <a:lnTo>
                      <a:pt x="40" y="2574"/>
                    </a:lnTo>
                    <a:lnTo>
                      <a:pt x="64" y="2518"/>
                    </a:lnTo>
                    <a:lnTo>
                      <a:pt x="96" y="2452"/>
                    </a:lnTo>
                    <a:lnTo>
                      <a:pt x="136" y="2378"/>
                    </a:lnTo>
                    <a:lnTo>
                      <a:pt x="184" y="2294"/>
                    </a:lnTo>
                    <a:lnTo>
                      <a:pt x="242" y="2204"/>
                    </a:lnTo>
                    <a:lnTo>
                      <a:pt x="274" y="2156"/>
                    </a:lnTo>
                    <a:lnTo>
                      <a:pt x="310" y="2106"/>
                    </a:lnTo>
                    <a:lnTo>
                      <a:pt x="348" y="2056"/>
                    </a:lnTo>
                    <a:lnTo>
                      <a:pt x="388" y="2002"/>
                    </a:lnTo>
                    <a:lnTo>
                      <a:pt x="432" y="1950"/>
                    </a:lnTo>
                    <a:lnTo>
                      <a:pt x="478" y="1894"/>
                    </a:lnTo>
                    <a:lnTo>
                      <a:pt x="528" y="1840"/>
                    </a:lnTo>
                    <a:lnTo>
                      <a:pt x="580" y="1782"/>
                    </a:lnTo>
                    <a:lnTo>
                      <a:pt x="636" y="1726"/>
                    </a:lnTo>
                    <a:lnTo>
                      <a:pt x="694" y="1668"/>
                    </a:lnTo>
                    <a:lnTo>
                      <a:pt x="756" y="1608"/>
                    </a:lnTo>
                    <a:lnTo>
                      <a:pt x="822" y="1550"/>
                    </a:lnTo>
                    <a:lnTo>
                      <a:pt x="892" y="1490"/>
                    </a:lnTo>
                    <a:lnTo>
                      <a:pt x="964" y="1430"/>
                    </a:lnTo>
                    <a:lnTo>
                      <a:pt x="1040" y="1370"/>
                    </a:lnTo>
                    <a:lnTo>
                      <a:pt x="1120" y="1310"/>
                    </a:lnTo>
                    <a:lnTo>
                      <a:pt x="1204" y="1250"/>
                    </a:lnTo>
                    <a:lnTo>
                      <a:pt x="1292" y="1190"/>
                    </a:lnTo>
                    <a:lnTo>
                      <a:pt x="1384" y="1130"/>
                    </a:lnTo>
                    <a:lnTo>
                      <a:pt x="1480" y="1070"/>
                    </a:lnTo>
                    <a:lnTo>
                      <a:pt x="1580" y="1012"/>
                    </a:lnTo>
                    <a:lnTo>
                      <a:pt x="1684" y="954"/>
                    </a:lnTo>
                    <a:lnTo>
                      <a:pt x="1794" y="896"/>
                    </a:lnTo>
                    <a:lnTo>
                      <a:pt x="1906" y="840"/>
                    </a:lnTo>
                    <a:lnTo>
                      <a:pt x="2024" y="784"/>
                    </a:lnTo>
                    <a:lnTo>
                      <a:pt x="2146" y="728"/>
                    </a:lnTo>
                    <a:lnTo>
                      <a:pt x="2274" y="674"/>
                    </a:lnTo>
                    <a:lnTo>
                      <a:pt x="2406" y="622"/>
                    </a:lnTo>
                    <a:lnTo>
                      <a:pt x="2542" y="570"/>
                    </a:lnTo>
                    <a:lnTo>
                      <a:pt x="2684" y="520"/>
                    </a:lnTo>
                    <a:lnTo>
                      <a:pt x="2830" y="472"/>
                    </a:lnTo>
                    <a:lnTo>
                      <a:pt x="2982" y="426"/>
                    </a:lnTo>
                    <a:lnTo>
                      <a:pt x="3140" y="380"/>
                    </a:lnTo>
                    <a:lnTo>
                      <a:pt x="3302" y="336"/>
                    </a:lnTo>
                    <a:lnTo>
                      <a:pt x="3468" y="296"/>
                    </a:lnTo>
                    <a:lnTo>
                      <a:pt x="3642" y="256"/>
                    </a:lnTo>
                    <a:lnTo>
                      <a:pt x="3820" y="220"/>
                    </a:lnTo>
                    <a:lnTo>
                      <a:pt x="4004" y="184"/>
                    </a:lnTo>
                    <a:lnTo>
                      <a:pt x="4194" y="152"/>
                    </a:lnTo>
                    <a:lnTo>
                      <a:pt x="4390" y="122"/>
                    </a:lnTo>
                    <a:lnTo>
                      <a:pt x="4590" y="94"/>
                    </a:lnTo>
                    <a:lnTo>
                      <a:pt x="4798" y="70"/>
                    </a:lnTo>
                    <a:lnTo>
                      <a:pt x="5012" y="48"/>
                    </a:lnTo>
                    <a:lnTo>
                      <a:pt x="5230" y="30"/>
                    </a:lnTo>
                    <a:lnTo>
                      <a:pt x="5456" y="14"/>
                    </a:lnTo>
                    <a:lnTo>
                      <a:pt x="5688" y="0"/>
                    </a:lnTo>
                    <a:moveTo>
                      <a:pt x="5688" y="0"/>
                    </a:moveTo>
                    <a:lnTo>
                      <a:pt x="5688" y="0"/>
                    </a:lnTo>
                  </a:path>
                </a:pathLst>
              </a:custGeom>
              <a:solidFill>
                <a:schemeClr val="accent4">
                  <a:lumMod val="75000"/>
                  <a:alpha val="44000"/>
                </a:schemeClr>
              </a:solidFill>
              <a:ln w="9525">
                <a:noFill/>
                <a:round/>
              </a:ln>
            </p:spPr>
            <p:txBody>
              <a:bodyPr anchor="ctr"/>
              <a:p>
                <a:pPr lvl="0" algn="ctr">
                  <a:defRPr lang="ko-KR" altLang="en-US"/>
                </a:pPr>
                <a:endParaRPr lang="en-US" altLang="ko-KR"/>
              </a:p>
            </p:txBody>
          </p:sp>
        </p:grpSp>
        <p:sp>
          <p:nvSpPr>
            <p:cNvPr id="22" name=""/>
            <p:cNvSpPr>
              <a:spLocks noEditPoints="1"/>
            </p:cNvSpPr>
            <p:nvPr/>
          </p:nvSpPr>
          <p:spPr>
            <a:xfrm rot="5400000" flipH="1">
              <a:off x="6779172" y="4493172"/>
              <a:ext cx="3429000" cy="1300655"/>
            </a:xfrm>
            <a:custGeom>
              <a:avLst/>
              <a:gdLst/>
              <a:cxnLst>
                <a:cxn ang="0">
                  <a:pos x="8" y="0"/>
                </a:cxn>
                <a:cxn ang="0">
                  <a:pos x="0" y="3710"/>
                </a:cxn>
                <a:cxn ang="0">
                  <a:pos x="22" y="3628"/>
                </a:cxn>
                <a:cxn ang="0">
                  <a:pos x="64" y="3488"/>
                </a:cxn>
                <a:cxn ang="0">
                  <a:pos x="136" y="3294"/>
                </a:cxn>
                <a:cxn ang="0">
                  <a:pos x="212" y="3116"/>
                </a:cxn>
                <a:cxn ang="0">
                  <a:pos x="274" y="2986"/>
                </a:cxn>
                <a:cxn ang="0">
                  <a:pos x="348" y="2846"/>
                </a:cxn>
                <a:cxn ang="0">
                  <a:pos x="432" y="2700"/>
                </a:cxn>
                <a:cxn ang="0">
                  <a:pos x="528" y="2548"/>
                </a:cxn>
                <a:cxn ang="0">
                  <a:pos x="636" y="2390"/>
                </a:cxn>
                <a:cxn ang="0">
                  <a:pos x="756" y="2228"/>
                </a:cxn>
                <a:cxn ang="0">
                  <a:pos x="892" y="2064"/>
                </a:cxn>
                <a:cxn ang="0">
                  <a:pos x="1040" y="1898"/>
                </a:cxn>
                <a:cxn ang="0">
                  <a:pos x="1204" y="1730"/>
                </a:cxn>
                <a:cxn ang="0">
                  <a:pos x="1384" y="1566"/>
                </a:cxn>
                <a:cxn ang="0">
                  <a:pos x="1580" y="1402"/>
                </a:cxn>
                <a:cxn ang="0">
                  <a:pos x="1794" y="1240"/>
                </a:cxn>
                <a:cxn ang="0">
                  <a:pos x="2024" y="1084"/>
                </a:cxn>
                <a:cxn ang="0">
                  <a:pos x="2274" y="934"/>
                </a:cxn>
                <a:cxn ang="0">
                  <a:pos x="2542" y="790"/>
                </a:cxn>
                <a:cxn ang="0">
                  <a:pos x="2830" y="654"/>
                </a:cxn>
                <a:cxn ang="0">
                  <a:pos x="3140" y="526"/>
                </a:cxn>
                <a:cxn ang="0">
                  <a:pos x="3468" y="410"/>
                </a:cxn>
                <a:cxn ang="0">
                  <a:pos x="3820" y="304"/>
                </a:cxn>
                <a:cxn ang="0">
                  <a:pos x="4194" y="210"/>
                </a:cxn>
                <a:cxn ang="0">
                  <a:pos x="4590" y="132"/>
                </a:cxn>
                <a:cxn ang="0">
                  <a:pos x="5012" y="66"/>
                </a:cxn>
                <a:cxn ang="0">
                  <a:pos x="5230" y="40"/>
                </a:cxn>
                <a:cxn ang="0">
                  <a:pos x="5456" y="18"/>
                </a:cxn>
                <a:cxn ang="0">
                  <a:pos x="5688" y="0"/>
                </a:cxn>
                <a:cxn ang="0">
                  <a:pos x="5688" y="0"/>
                </a:cxn>
              </a:cxnLst>
              <a:rect l="0" t="0" r="r" b="b"/>
              <a:pathLst>
                <a:path w="5688" h="3710">
                  <a:moveTo>
                    <a:pt x="5688" y="0"/>
                  </a:moveTo>
                  <a:lnTo>
                    <a:pt x="8" y="0"/>
                  </a:lnTo>
                  <a:lnTo>
                    <a:pt x="0" y="3710"/>
                  </a:lnTo>
                  <a:lnTo>
                    <a:pt x="0" y="3710"/>
                  </a:lnTo>
                  <a:lnTo>
                    <a:pt x="10" y="3672"/>
                  </a:lnTo>
                  <a:lnTo>
                    <a:pt x="22" y="3628"/>
                  </a:lnTo>
                  <a:lnTo>
                    <a:pt x="40" y="3566"/>
                  </a:lnTo>
                  <a:lnTo>
                    <a:pt x="64" y="3488"/>
                  </a:lnTo>
                  <a:lnTo>
                    <a:pt x="96" y="3396"/>
                  </a:lnTo>
                  <a:lnTo>
                    <a:pt x="136" y="3294"/>
                  </a:lnTo>
                  <a:lnTo>
                    <a:pt x="184" y="3178"/>
                  </a:lnTo>
                  <a:lnTo>
                    <a:pt x="212" y="3116"/>
                  </a:lnTo>
                  <a:lnTo>
                    <a:pt x="242" y="3052"/>
                  </a:lnTo>
                  <a:lnTo>
                    <a:pt x="274" y="2986"/>
                  </a:lnTo>
                  <a:lnTo>
                    <a:pt x="310" y="2918"/>
                  </a:lnTo>
                  <a:lnTo>
                    <a:pt x="348" y="2846"/>
                  </a:lnTo>
                  <a:lnTo>
                    <a:pt x="388" y="2774"/>
                  </a:lnTo>
                  <a:lnTo>
                    <a:pt x="432" y="2700"/>
                  </a:lnTo>
                  <a:lnTo>
                    <a:pt x="478" y="2624"/>
                  </a:lnTo>
                  <a:lnTo>
                    <a:pt x="528" y="2548"/>
                  </a:lnTo>
                  <a:lnTo>
                    <a:pt x="580" y="2470"/>
                  </a:lnTo>
                  <a:lnTo>
                    <a:pt x="636" y="2390"/>
                  </a:lnTo>
                  <a:lnTo>
                    <a:pt x="694" y="2310"/>
                  </a:lnTo>
                  <a:lnTo>
                    <a:pt x="756" y="2228"/>
                  </a:lnTo>
                  <a:lnTo>
                    <a:pt x="822" y="2146"/>
                  </a:lnTo>
                  <a:lnTo>
                    <a:pt x="892" y="2064"/>
                  </a:lnTo>
                  <a:lnTo>
                    <a:pt x="964" y="1980"/>
                  </a:lnTo>
                  <a:lnTo>
                    <a:pt x="1040" y="1898"/>
                  </a:lnTo>
                  <a:lnTo>
                    <a:pt x="1120" y="1814"/>
                  </a:lnTo>
                  <a:lnTo>
                    <a:pt x="1204" y="1730"/>
                  </a:lnTo>
                  <a:lnTo>
                    <a:pt x="1292" y="1648"/>
                  </a:lnTo>
                  <a:lnTo>
                    <a:pt x="1384" y="1566"/>
                  </a:lnTo>
                  <a:lnTo>
                    <a:pt x="1480" y="1482"/>
                  </a:lnTo>
                  <a:lnTo>
                    <a:pt x="1580" y="1402"/>
                  </a:lnTo>
                  <a:lnTo>
                    <a:pt x="1684" y="1320"/>
                  </a:lnTo>
                  <a:lnTo>
                    <a:pt x="1794" y="1240"/>
                  </a:lnTo>
                  <a:lnTo>
                    <a:pt x="1906" y="1162"/>
                  </a:lnTo>
                  <a:lnTo>
                    <a:pt x="2024" y="1084"/>
                  </a:lnTo>
                  <a:lnTo>
                    <a:pt x="2146" y="1008"/>
                  </a:lnTo>
                  <a:lnTo>
                    <a:pt x="2274" y="934"/>
                  </a:lnTo>
                  <a:lnTo>
                    <a:pt x="2406" y="860"/>
                  </a:lnTo>
                  <a:lnTo>
                    <a:pt x="2542" y="790"/>
                  </a:lnTo>
                  <a:lnTo>
                    <a:pt x="2684" y="720"/>
                  </a:lnTo>
                  <a:lnTo>
                    <a:pt x="2830" y="654"/>
                  </a:lnTo>
                  <a:lnTo>
                    <a:pt x="2982" y="588"/>
                  </a:lnTo>
                  <a:lnTo>
                    <a:pt x="3140" y="526"/>
                  </a:lnTo>
                  <a:lnTo>
                    <a:pt x="3302" y="466"/>
                  </a:lnTo>
                  <a:lnTo>
                    <a:pt x="3468" y="410"/>
                  </a:lnTo>
                  <a:lnTo>
                    <a:pt x="3642" y="354"/>
                  </a:lnTo>
                  <a:lnTo>
                    <a:pt x="3820" y="304"/>
                  </a:lnTo>
                  <a:lnTo>
                    <a:pt x="4004" y="256"/>
                  </a:lnTo>
                  <a:lnTo>
                    <a:pt x="4194" y="210"/>
                  </a:lnTo>
                  <a:lnTo>
                    <a:pt x="4390" y="170"/>
                  </a:lnTo>
                  <a:lnTo>
                    <a:pt x="4590" y="132"/>
                  </a:lnTo>
                  <a:lnTo>
                    <a:pt x="4798" y="98"/>
                  </a:lnTo>
                  <a:lnTo>
                    <a:pt x="5012" y="66"/>
                  </a:lnTo>
                  <a:lnTo>
                    <a:pt x="5120" y="54"/>
                  </a:lnTo>
                  <a:lnTo>
                    <a:pt x="5230" y="40"/>
                  </a:lnTo>
                  <a:lnTo>
                    <a:pt x="5344" y="28"/>
                  </a:lnTo>
                  <a:lnTo>
                    <a:pt x="5456" y="18"/>
                  </a:lnTo>
                  <a:lnTo>
                    <a:pt x="5572" y="8"/>
                  </a:lnTo>
                  <a:lnTo>
                    <a:pt x="5688" y="0"/>
                  </a:lnTo>
                  <a:moveTo>
                    <a:pt x="5688" y="0"/>
                  </a:moveTo>
                  <a:lnTo>
                    <a:pt x="5688" y="0"/>
                  </a:lnTo>
                </a:path>
              </a:pathLst>
            </a:custGeom>
            <a:solidFill>
              <a:schemeClr val="bg2">
                <a:lumMod val="25000"/>
                <a:alpha val="25000"/>
              </a:schemeClr>
            </a:solidFill>
            <a:ln w="9525">
              <a:noFill/>
              <a:round/>
            </a:ln>
          </p:spPr>
          <p:txBody>
            <a:bodyPr anchor="ctr"/>
            <a:p>
              <a:pPr lvl="0" algn="ctr">
                <a:defRPr lang="ko-KR" altLang="en-US"/>
              </a:pPr>
              <a:endParaRPr lang="en-US" altLang="ko-KR"/>
            </a:p>
          </p:txBody>
        </p:sp>
      </p:grpSp>
      <p:sp>
        <p:nvSpPr>
          <p:cNvPr id="2" name=""/>
          <p:cNvSpPr>
            <a:spLocks noGrp="1"/>
          </p:cNvSpPr>
          <p:nvPr>
            <p:ph type="title" idx="0"/>
          </p:nvPr>
        </p:nvSpPr>
        <p:spPr>
          <a:xfrm>
            <a:off x="2438399" y="760076"/>
            <a:ext cx="7315199" cy="566738"/>
          </a:xfrm>
        </p:spPr>
        <p:txBody>
          <a:bodyPr anchor="b"/>
          <a:lstStyle>
            <a:lvl1pPr algn="l">
              <a:defRPr sz="2400" b="0"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pPr lvl="0">
              <a:defRPr lang="ko-KR" altLang="en-US"/>
            </a:pPr>
            <a:r>
              <a:rPr lang="ko-KR" altLang="en-US"/>
              <a:t>마스터 제목 스타일 편집</a:t>
            </a:r>
            <a:endParaRPr lang="ko-KR" altLang="en-US"/>
          </a:p>
        </p:txBody>
      </p:sp>
      <p:sp>
        <p:nvSpPr>
          <p:cNvPr id="3" name=""/>
          <p:cNvSpPr>
            <a:spLocks noGrp="1" noTextEdit="1"/>
          </p:cNvSpPr>
          <p:nvPr>
            <p:ph type="pic" idx="1"/>
          </p:nvPr>
        </p:nvSpPr>
        <p:spPr>
          <a:xfrm>
            <a:off x="2438399" y="1357298"/>
            <a:ext cx="7315199" cy="3757610"/>
          </a:xfrm>
          <a:solidFill>
            <a:schemeClr val="accent2">
              <a:lumMod val="20000"/>
              <a:lumOff val="80000"/>
              <a:alpha val="90000"/>
            </a:schemeClr>
          </a:solidFill>
          <a:ln>
            <a:noFill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none">
            <a:scrgbClr r="0" g="0" b="0"/>
          </a:fontRef>
        </p:style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>
              <a:defRPr lang="ko-KR" altLang="en-US"/>
            </a:pPr>
            <a:r>
              <a:rPr lang="ko-KR" altLang="en-US"/>
              <a:t>그림을 추가하려면 아이콘을 클릭하십시오</a:t>
            </a:r>
            <a:endParaRPr lang="ko-KR" altLang="en-US"/>
          </a:p>
        </p:txBody>
      </p:sp>
      <p:sp>
        <p:nvSpPr>
          <p:cNvPr id="4" name=""/>
          <p:cNvSpPr>
            <a:spLocks noGrp="1"/>
          </p:cNvSpPr>
          <p:nvPr>
            <p:ph type="body" sz="half" idx="2"/>
          </p:nvPr>
        </p:nvSpPr>
        <p:spPr>
          <a:xfrm>
            <a:off x="2438399" y="5164150"/>
            <a:ext cx="7315199" cy="804862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  <a:endParaRPr lang="ko-KR" altLang="en-US"/>
          </a:p>
        </p:txBody>
      </p:sp>
      <p:sp>
        <p:nvSpPr>
          <p:cNvPr id="5" name="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 lang="ko-KR" altLang="en-US"/>
            </a:pPr>
            <a:fld id="{F67B80FE-8CE5-4512-8667-232A6B8C35F4}" type="datetime1">
              <a:rPr lang="ko-KR" altLang="en-US"/>
              <a:pPr lvl="0">
                <a:defRPr lang="ko-KR" altLang="en-US"/>
              </a:pPr>
              <a:t>2026-06-30</a:t>
            </a:fld>
            <a:endParaRPr lang="ko-KR" altLang="en-US"/>
          </a:p>
        </p:txBody>
      </p:sp>
      <p:sp>
        <p:nvSpPr>
          <p:cNvPr id="6" name=""/>
          <p:cNvSpPr>
            <a:spLocks noGrp="1"/>
          </p:cNvSpPr>
          <p:nvPr>
            <p:ph type="ftr" sz="quarter" idx="11"/>
          </p:nvPr>
        </p:nvSpPr>
        <p:spPr>
          <a:xfrm>
            <a:off x="4165599" y="6356350"/>
            <a:ext cx="3860799" cy="365125"/>
          </a:xfrm>
        </p:spPr>
        <p:txBody>
          <a:bodyPr/>
          <a:lstStyle/>
          <a:p>
            <a:pPr lvl="0">
              <a:defRPr lang="ko-KR" altLang="en-US"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7" name="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>
              <a:defRPr lang="ko-KR" altLang="en-US"/>
            </a:pPr>
            <a:fld id="{7689D65B-B557-4199-BC6A-66D78FAB8C53}" type="slidenum">
              <a:rPr lang="ko-KR" altLang="en-US"/>
              <a:pPr lvl="0">
                <a:defRPr lang="ko-KR" altLang="en-US"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9714219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10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1" matchingName="간지" type="objOnly" preserve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"/>
          <p:cNvGrpSpPr/>
          <p:nvPr/>
        </p:nvGrpSpPr>
        <p:grpSpPr>
          <a:xfrm rot="0">
            <a:off x="4673599" y="-50800"/>
            <a:ext cx="7535333" cy="6908800"/>
            <a:chOff x="3505200" y="-50800"/>
            <a:chExt cx="5651500" cy="6908800"/>
          </a:xfrm>
        </p:grpSpPr>
        <p:sp>
          <p:nvSpPr>
            <p:cNvPr id="7" name=""/>
            <p:cNvSpPr/>
            <p:nvPr/>
          </p:nvSpPr>
          <p:spPr>
            <a:xfrm>
              <a:off x="3505200" y="-12700"/>
              <a:ext cx="5651500" cy="6870700"/>
            </a:xfrm>
            <a:custGeom>
              <a:avLst/>
              <a:gdLst/>
              <a:cxnLst>
                <a:cxn ang="0">
                  <a:pos x="4450" y="0"/>
                </a:cxn>
                <a:cxn ang="0">
                  <a:pos x="4438" y="102"/>
                </a:cxn>
                <a:cxn ang="0">
                  <a:pos x="4412" y="272"/>
                </a:cxn>
                <a:cxn ang="0">
                  <a:pos x="4366" y="508"/>
                </a:cxn>
                <a:cxn ang="0">
                  <a:pos x="4335" y="648"/>
                </a:cxn>
                <a:cxn ang="0">
                  <a:pos x="4295" y="799"/>
                </a:cxn>
                <a:cxn ang="0">
                  <a:pos x="4248" y="963"/>
                </a:cxn>
                <a:cxn ang="0">
                  <a:pos x="4194" y="1135"/>
                </a:cxn>
                <a:cxn ang="0">
                  <a:pos x="4128" y="1315"/>
                </a:cxn>
                <a:cxn ang="0">
                  <a:pos x="4056" y="1503"/>
                </a:cxn>
                <a:cxn ang="0">
                  <a:pos x="3972" y="1694"/>
                </a:cxn>
                <a:cxn ang="0">
                  <a:pos x="3877" y="1890"/>
                </a:cxn>
                <a:cxn ang="0">
                  <a:pos x="3770" y="2087"/>
                </a:cxn>
                <a:cxn ang="0">
                  <a:pos x="3654" y="2286"/>
                </a:cxn>
                <a:cxn ang="0">
                  <a:pos x="3522" y="2482"/>
                </a:cxn>
                <a:cxn ang="0">
                  <a:pos x="3378" y="2677"/>
                </a:cxn>
                <a:cxn ang="0">
                  <a:pos x="3220" y="2868"/>
                </a:cxn>
                <a:cxn ang="0">
                  <a:pos x="3135" y="2961"/>
                </a:cxn>
                <a:cxn ang="0">
                  <a:pos x="3047" y="3053"/>
                </a:cxn>
                <a:cxn ang="0">
                  <a:pos x="2954" y="3143"/>
                </a:cxn>
                <a:cxn ang="0">
                  <a:pos x="2859" y="3232"/>
                </a:cxn>
                <a:cxn ang="0">
                  <a:pos x="2759" y="3319"/>
                </a:cxn>
                <a:cxn ang="0">
                  <a:pos x="2656" y="3402"/>
                </a:cxn>
                <a:cxn ang="0">
                  <a:pos x="2546" y="3484"/>
                </a:cxn>
                <a:cxn ang="0">
                  <a:pos x="2434" y="3563"/>
                </a:cxn>
                <a:cxn ang="0">
                  <a:pos x="2319" y="3639"/>
                </a:cxn>
                <a:cxn ang="0">
                  <a:pos x="2198" y="3713"/>
                </a:cxn>
                <a:cxn ang="0">
                  <a:pos x="2072" y="3783"/>
                </a:cxn>
                <a:cxn ang="0">
                  <a:pos x="1941" y="3850"/>
                </a:cxn>
                <a:cxn ang="0">
                  <a:pos x="1808" y="3912"/>
                </a:cxn>
                <a:cxn ang="0">
                  <a:pos x="1668" y="3971"/>
                </a:cxn>
                <a:cxn ang="0">
                  <a:pos x="1524" y="4027"/>
                </a:cxn>
                <a:cxn ang="0">
                  <a:pos x="1376" y="4079"/>
                </a:cxn>
                <a:cxn ang="0">
                  <a:pos x="1221" y="4126"/>
                </a:cxn>
                <a:cxn ang="0">
                  <a:pos x="1063" y="4168"/>
                </a:cxn>
                <a:cxn ang="0">
                  <a:pos x="899" y="4206"/>
                </a:cxn>
                <a:cxn ang="0">
                  <a:pos x="730" y="4240"/>
                </a:cxn>
                <a:cxn ang="0">
                  <a:pos x="555" y="4267"/>
                </a:cxn>
                <a:cxn ang="0">
                  <a:pos x="376" y="4290"/>
                </a:cxn>
                <a:cxn ang="0">
                  <a:pos x="191" y="4308"/>
                </a:cxn>
                <a:cxn ang="0">
                  <a:pos x="0" y="4320"/>
                </a:cxn>
                <a:cxn ang="0">
                  <a:pos x="5087" y="6"/>
                </a:cxn>
              </a:cxnLst>
              <a:rect l="0" t="0" r="r" b="b"/>
              <a:pathLst>
                <a:path w="5096" h="4320">
                  <a:moveTo>
                    <a:pt x="4450" y="0"/>
                  </a:moveTo>
                  <a:lnTo>
                    <a:pt x="4450" y="0"/>
                  </a:lnTo>
                  <a:lnTo>
                    <a:pt x="4445" y="46"/>
                  </a:lnTo>
                  <a:lnTo>
                    <a:pt x="4438" y="102"/>
                  </a:lnTo>
                  <a:lnTo>
                    <a:pt x="4427" y="177"/>
                  </a:lnTo>
                  <a:lnTo>
                    <a:pt x="4412" y="272"/>
                  </a:lnTo>
                  <a:lnTo>
                    <a:pt x="4392" y="382"/>
                  </a:lnTo>
                  <a:lnTo>
                    <a:pt x="4366" y="508"/>
                  </a:lnTo>
                  <a:lnTo>
                    <a:pt x="4351" y="576"/>
                  </a:lnTo>
                  <a:lnTo>
                    <a:pt x="4335" y="648"/>
                  </a:lnTo>
                  <a:lnTo>
                    <a:pt x="4315" y="722"/>
                  </a:lnTo>
                  <a:lnTo>
                    <a:pt x="4295" y="799"/>
                  </a:lnTo>
                  <a:lnTo>
                    <a:pt x="4272" y="880"/>
                  </a:lnTo>
                  <a:lnTo>
                    <a:pt x="4248" y="963"/>
                  </a:lnTo>
                  <a:lnTo>
                    <a:pt x="4222" y="1048"/>
                  </a:lnTo>
                  <a:lnTo>
                    <a:pt x="4194" y="1135"/>
                  </a:lnTo>
                  <a:lnTo>
                    <a:pt x="4162" y="1224"/>
                  </a:lnTo>
                  <a:lnTo>
                    <a:pt x="4128" y="1315"/>
                  </a:lnTo>
                  <a:lnTo>
                    <a:pt x="4093" y="1408"/>
                  </a:lnTo>
                  <a:lnTo>
                    <a:pt x="4056" y="1503"/>
                  </a:lnTo>
                  <a:lnTo>
                    <a:pt x="4015" y="1597"/>
                  </a:lnTo>
                  <a:lnTo>
                    <a:pt x="3972" y="1694"/>
                  </a:lnTo>
                  <a:lnTo>
                    <a:pt x="3925" y="1791"/>
                  </a:lnTo>
                  <a:lnTo>
                    <a:pt x="3877" y="1890"/>
                  </a:lnTo>
                  <a:lnTo>
                    <a:pt x="3825" y="1989"/>
                  </a:lnTo>
                  <a:lnTo>
                    <a:pt x="3770" y="2087"/>
                  </a:lnTo>
                  <a:lnTo>
                    <a:pt x="3713" y="2186"/>
                  </a:lnTo>
                  <a:lnTo>
                    <a:pt x="3654" y="2286"/>
                  </a:lnTo>
                  <a:lnTo>
                    <a:pt x="3588" y="2384"/>
                  </a:lnTo>
                  <a:lnTo>
                    <a:pt x="3522" y="2482"/>
                  </a:lnTo>
                  <a:lnTo>
                    <a:pt x="3452" y="2580"/>
                  </a:lnTo>
                  <a:lnTo>
                    <a:pt x="3378" y="2677"/>
                  </a:lnTo>
                  <a:lnTo>
                    <a:pt x="3300" y="2773"/>
                  </a:lnTo>
                  <a:lnTo>
                    <a:pt x="3220" y="2868"/>
                  </a:lnTo>
                  <a:lnTo>
                    <a:pt x="3177" y="2915"/>
                  </a:lnTo>
                  <a:lnTo>
                    <a:pt x="3135" y="2961"/>
                  </a:lnTo>
                  <a:lnTo>
                    <a:pt x="3092" y="3008"/>
                  </a:lnTo>
                  <a:lnTo>
                    <a:pt x="3047" y="3053"/>
                  </a:lnTo>
                  <a:lnTo>
                    <a:pt x="3001" y="3099"/>
                  </a:lnTo>
                  <a:lnTo>
                    <a:pt x="2954" y="3143"/>
                  </a:lnTo>
                  <a:lnTo>
                    <a:pt x="2907" y="3188"/>
                  </a:lnTo>
                  <a:lnTo>
                    <a:pt x="2859" y="3232"/>
                  </a:lnTo>
                  <a:lnTo>
                    <a:pt x="2810" y="3275"/>
                  </a:lnTo>
                  <a:lnTo>
                    <a:pt x="2759" y="3319"/>
                  </a:lnTo>
                  <a:lnTo>
                    <a:pt x="2707" y="3361"/>
                  </a:lnTo>
                  <a:lnTo>
                    <a:pt x="2656" y="3402"/>
                  </a:lnTo>
                  <a:lnTo>
                    <a:pt x="2601" y="3443"/>
                  </a:lnTo>
                  <a:lnTo>
                    <a:pt x="2546" y="3484"/>
                  </a:lnTo>
                  <a:lnTo>
                    <a:pt x="2492" y="3524"/>
                  </a:lnTo>
                  <a:lnTo>
                    <a:pt x="2434" y="3563"/>
                  </a:lnTo>
                  <a:lnTo>
                    <a:pt x="2377" y="3601"/>
                  </a:lnTo>
                  <a:lnTo>
                    <a:pt x="2319" y="3639"/>
                  </a:lnTo>
                  <a:lnTo>
                    <a:pt x="2258" y="3677"/>
                  </a:lnTo>
                  <a:lnTo>
                    <a:pt x="2198" y="3713"/>
                  </a:lnTo>
                  <a:lnTo>
                    <a:pt x="2135" y="3748"/>
                  </a:lnTo>
                  <a:lnTo>
                    <a:pt x="2072" y="3783"/>
                  </a:lnTo>
                  <a:lnTo>
                    <a:pt x="2008" y="3816"/>
                  </a:lnTo>
                  <a:lnTo>
                    <a:pt x="1941" y="3850"/>
                  </a:lnTo>
                  <a:lnTo>
                    <a:pt x="1875" y="3882"/>
                  </a:lnTo>
                  <a:lnTo>
                    <a:pt x="1808" y="3912"/>
                  </a:lnTo>
                  <a:lnTo>
                    <a:pt x="1738" y="3942"/>
                  </a:lnTo>
                  <a:lnTo>
                    <a:pt x="1668" y="3971"/>
                  </a:lnTo>
                  <a:lnTo>
                    <a:pt x="1597" y="4000"/>
                  </a:lnTo>
                  <a:lnTo>
                    <a:pt x="1524" y="4027"/>
                  </a:lnTo>
                  <a:lnTo>
                    <a:pt x="1450" y="4053"/>
                  </a:lnTo>
                  <a:lnTo>
                    <a:pt x="1376" y="4079"/>
                  </a:lnTo>
                  <a:lnTo>
                    <a:pt x="1300" y="4103"/>
                  </a:lnTo>
                  <a:lnTo>
                    <a:pt x="1221" y="4126"/>
                  </a:lnTo>
                  <a:lnTo>
                    <a:pt x="1144" y="4147"/>
                  </a:lnTo>
                  <a:lnTo>
                    <a:pt x="1063" y="4168"/>
                  </a:lnTo>
                  <a:lnTo>
                    <a:pt x="981" y="4188"/>
                  </a:lnTo>
                  <a:lnTo>
                    <a:pt x="899" y="4206"/>
                  </a:lnTo>
                  <a:lnTo>
                    <a:pt x="814" y="4223"/>
                  </a:lnTo>
                  <a:lnTo>
                    <a:pt x="730" y="4240"/>
                  </a:lnTo>
                  <a:lnTo>
                    <a:pt x="643" y="4255"/>
                  </a:lnTo>
                  <a:lnTo>
                    <a:pt x="555" y="4267"/>
                  </a:lnTo>
                  <a:lnTo>
                    <a:pt x="467" y="4279"/>
                  </a:lnTo>
                  <a:lnTo>
                    <a:pt x="376" y="4290"/>
                  </a:lnTo>
                  <a:lnTo>
                    <a:pt x="284" y="4300"/>
                  </a:lnTo>
                  <a:lnTo>
                    <a:pt x="191" y="4308"/>
                  </a:lnTo>
                  <a:lnTo>
                    <a:pt x="97" y="4314"/>
                  </a:lnTo>
                  <a:lnTo>
                    <a:pt x="0" y="4320"/>
                  </a:lnTo>
                  <a:lnTo>
                    <a:pt x="5096" y="4320"/>
                  </a:lnTo>
                  <a:lnTo>
                    <a:pt x="5087" y="6"/>
                  </a:lnTo>
                  <a:lnTo>
                    <a:pt x="4450" y="0"/>
                  </a:lnTo>
                </a:path>
              </a:pathLst>
            </a:custGeom>
            <a:solidFill>
              <a:schemeClr val="accent1">
                <a:lumMod val="75000"/>
                <a:alpha val="14000"/>
              </a:schemeClr>
            </a:solidFill>
            <a:ln w="9525">
              <a:noFill/>
              <a:round/>
            </a:ln>
            <a:effectLst>
              <a:outerShdw blurRad="50800" dist="38100" dir="13500000" algn="br" rotWithShape="0">
                <a:prstClr val="black">
                  <a:alpha val="40000"/>
                </a:prstClr>
              </a:outerShdw>
            </a:effectLst>
          </p:spPr>
          <p:txBody>
            <a:bodyPr anchor="ctr"/>
            <a:p>
              <a:pPr lvl="0" algn="ctr">
                <a:defRPr lang="ko-KR" altLang="en-US"/>
              </a:pPr>
              <a:endParaRPr lang="en-US" altLang="ko-KR"/>
            </a:p>
          </p:txBody>
        </p:sp>
        <p:sp>
          <p:nvSpPr>
            <p:cNvPr id="8" name=""/>
            <p:cNvSpPr/>
            <p:nvPr/>
          </p:nvSpPr>
          <p:spPr>
            <a:xfrm>
              <a:off x="4704306" y="-50800"/>
              <a:ext cx="4439790" cy="6908800"/>
            </a:xfrm>
            <a:custGeom>
              <a:avLst/>
              <a:gdLst/>
              <a:cxnLst>
                <a:cxn ang="0">
                  <a:pos x="2818" y="0"/>
                </a:cxn>
                <a:cxn ang="0">
                  <a:pos x="2818" y="0"/>
                </a:cxn>
                <a:cxn ang="0">
                  <a:pos x="2812" y="88"/>
                </a:cxn>
                <a:cxn ang="0">
                  <a:pos x="2804" y="176"/>
                </a:cxn>
                <a:cxn ang="0">
                  <a:pos x="2797" y="263"/>
                </a:cxn>
                <a:cxn ang="0">
                  <a:pos x="2788" y="348"/>
                </a:cxn>
                <a:cxn ang="0">
                  <a:pos x="2779" y="431"/>
                </a:cxn>
                <a:cxn ang="0">
                  <a:pos x="2768" y="515"/>
                </a:cxn>
                <a:cxn ang="0">
                  <a:pos x="2745" y="676"/>
                </a:cxn>
                <a:cxn ang="0">
                  <a:pos x="2719" y="834"/>
                </a:cxn>
                <a:cxn ang="0">
                  <a:pos x="2690" y="987"/>
                </a:cxn>
                <a:cxn ang="0">
                  <a:pos x="2658" y="1135"/>
                </a:cxn>
                <a:cxn ang="0">
                  <a:pos x="2624" y="1279"/>
                </a:cxn>
                <a:cxn ang="0">
                  <a:pos x="2587" y="1419"/>
                </a:cxn>
                <a:cxn ang="0">
                  <a:pos x="2549" y="1555"/>
                </a:cxn>
                <a:cxn ang="0">
                  <a:pos x="2508" y="1686"/>
                </a:cxn>
                <a:cxn ang="0">
                  <a:pos x="2464" y="1814"/>
                </a:cxn>
                <a:cxn ang="0">
                  <a:pos x="2418" y="1937"/>
                </a:cxn>
                <a:cxn ang="0">
                  <a:pos x="2371" y="2055"/>
                </a:cxn>
                <a:cxn ang="0">
                  <a:pos x="2321" y="2171"/>
                </a:cxn>
                <a:cxn ang="0">
                  <a:pos x="2271" y="2282"/>
                </a:cxn>
                <a:cxn ang="0">
                  <a:pos x="2218" y="2389"/>
                </a:cxn>
                <a:cxn ang="0">
                  <a:pos x="2165" y="2494"/>
                </a:cxn>
                <a:cxn ang="0">
                  <a:pos x="2109" y="2593"/>
                </a:cxn>
                <a:cxn ang="0">
                  <a:pos x="2052" y="2690"/>
                </a:cxn>
                <a:cxn ang="0">
                  <a:pos x="1995" y="2783"/>
                </a:cxn>
                <a:cxn ang="0">
                  <a:pos x="1935" y="2872"/>
                </a:cxn>
                <a:cxn ang="0">
                  <a:pos x="1876" y="2959"/>
                </a:cxn>
                <a:cxn ang="0">
                  <a:pos x="1815" y="3041"/>
                </a:cxn>
                <a:cxn ang="0">
                  <a:pos x="1753" y="3120"/>
                </a:cxn>
                <a:cxn ang="0">
                  <a:pos x="1692" y="3196"/>
                </a:cxn>
                <a:cxn ang="0">
                  <a:pos x="1630" y="3269"/>
                </a:cxn>
                <a:cxn ang="0">
                  <a:pos x="1566" y="3339"/>
                </a:cxn>
                <a:cxn ang="0">
                  <a:pos x="1504" y="3406"/>
                </a:cxn>
                <a:cxn ang="0">
                  <a:pos x="1440" y="3469"/>
                </a:cxn>
                <a:cxn ang="0">
                  <a:pos x="1378" y="3530"/>
                </a:cxn>
                <a:cxn ang="0">
                  <a:pos x="1314" y="3588"/>
                </a:cxn>
                <a:cxn ang="0">
                  <a:pos x="1252" y="3644"/>
                </a:cxn>
                <a:cxn ang="0">
                  <a:pos x="1188" y="3696"/>
                </a:cxn>
                <a:cxn ang="0">
                  <a:pos x="1126" y="3746"/>
                </a:cxn>
                <a:cxn ang="0">
                  <a:pos x="1065" y="3793"/>
                </a:cxn>
                <a:cxn ang="0">
                  <a:pos x="1003" y="3838"/>
                </a:cxn>
                <a:cxn ang="0">
                  <a:pos x="943" y="3879"/>
                </a:cxn>
                <a:cxn ang="0">
                  <a:pos x="883" y="3921"/>
                </a:cxn>
                <a:cxn ang="0">
                  <a:pos x="825" y="3957"/>
                </a:cxn>
                <a:cxn ang="0">
                  <a:pos x="767" y="3993"/>
                </a:cxn>
                <a:cxn ang="0">
                  <a:pos x="711" y="4025"/>
                </a:cxn>
                <a:cxn ang="0">
                  <a:pos x="656" y="4057"/>
                </a:cxn>
                <a:cxn ang="0">
                  <a:pos x="603" y="4085"/>
                </a:cxn>
                <a:cxn ang="0">
                  <a:pos x="550" y="4112"/>
                </a:cxn>
                <a:cxn ang="0">
                  <a:pos x="500" y="4136"/>
                </a:cxn>
                <a:cxn ang="0">
                  <a:pos x="451" y="4159"/>
                </a:cxn>
                <a:cxn ang="0">
                  <a:pos x="404" y="4180"/>
                </a:cxn>
                <a:cxn ang="0">
                  <a:pos x="317" y="4217"/>
                </a:cxn>
                <a:cxn ang="0">
                  <a:pos x="239" y="4247"/>
                </a:cxn>
                <a:cxn ang="0">
                  <a:pos x="169" y="4271"/>
                </a:cxn>
                <a:cxn ang="0">
                  <a:pos x="111" y="4291"/>
                </a:cxn>
                <a:cxn ang="0">
                  <a:pos x="64" y="4305"/>
                </a:cxn>
                <a:cxn ang="0">
                  <a:pos x="29" y="4314"/>
                </a:cxn>
                <a:cxn ang="0">
                  <a:pos x="0" y="4320"/>
                </a:cxn>
                <a:cxn ang="0">
                  <a:pos x="2818" y="4314"/>
                </a:cxn>
                <a:cxn ang="0">
                  <a:pos x="2818" y="0"/>
                </a:cxn>
              </a:cxnLst>
              <a:rect l="0" t="0" r="r" b="b"/>
              <a:pathLst>
                <a:path w="2818" h="4320">
                  <a:moveTo>
                    <a:pt x="2818" y="0"/>
                  </a:moveTo>
                  <a:lnTo>
                    <a:pt x="2818" y="0"/>
                  </a:lnTo>
                  <a:lnTo>
                    <a:pt x="2812" y="88"/>
                  </a:lnTo>
                  <a:lnTo>
                    <a:pt x="2804" y="176"/>
                  </a:lnTo>
                  <a:lnTo>
                    <a:pt x="2797" y="263"/>
                  </a:lnTo>
                  <a:lnTo>
                    <a:pt x="2788" y="348"/>
                  </a:lnTo>
                  <a:lnTo>
                    <a:pt x="2779" y="431"/>
                  </a:lnTo>
                  <a:lnTo>
                    <a:pt x="2768" y="515"/>
                  </a:lnTo>
                  <a:lnTo>
                    <a:pt x="2745" y="676"/>
                  </a:lnTo>
                  <a:lnTo>
                    <a:pt x="2719" y="834"/>
                  </a:lnTo>
                  <a:lnTo>
                    <a:pt x="2690" y="987"/>
                  </a:lnTo>
                  <a:lnTo>
                    <a:pt x="2658" y="1135"/>
                  </a:lnTo>
                  <a:lnTo>
                    <a:pt x="2624" y="1279"/>
                  </a:lnTo>
                  <a:lnTo>
                    <a:pt x="2587" y="1419"/>
                  </a:lnTo>
                  <a:lnTo>
                    <a:pt x="2549" y="1555"/>
                  </a:lnTo>
                  <a:lnTo>
                    <a:pt x="2508" y="1686"/>
                  </a:lnTo>
                  <a:lnTo>
                    <a:pt x="2464" y="1814"/>
                  </a:lnTo>
                  <a:lnTo>
                    <a:pt x="2418" y="1937"/>
                  </a:lnTo>
                  <a:lnTo>
                    <a:pt x="2371" y="2055"/>
                  </a:lnTo>
                  <a:lnTo>
                    <a:pt x="2321" y="2171"/>
                  </a:lnTo>
                  <a:lnTo>
                    <a:pt x="2271" y="2282"/>
                  </a:lnTo>
                  <a:lnTo>
                    <a:pt x="2218" y="2389"/>
                  </a:lnTo>
                  <a:lnTo>
                    <a:pt x="2165" y="2494"/>
                  </a:lnTo>
                  <a:lnTo>
                    <a:pt x="2109" y="2593"/>
                  </a:lnTo>
                  <a:lnTo>
                    <a:pt x="2052" y="2690"/>
                  </a:lnTo>
                  <a:lnTo>
                    <a:pt x="1995" y="2783"/>
                  </a:lnTo>
                  <a:lnTo>
                    <a:pt x="1935" y="2872"/>
                  </a:lnTo>
                  <a:lnTo>
                    <a:pt x="1876" y="2959"/>
                  </a:lnTo>
                  <a:lnTo>
                    <a:pt x="1815" y="3041"/>
                  </a:lnTo>
                  <a:lnTo>
                    <a:pt x="1753" y="3120"/>
                  </a:lnTo>
                  <a:lnTo>
                    <a:pt x="1692" y="3196"/>
                  </a:lnTo>
                  <a:lnTo>
                    <a:pt x="1630" y="3269"/>
                  </a:lnTo>
                  <a:lnTo>
                    <a:pt x="1566" y="3339"/>
                  </a:lnTo>
                  <a:lnTo>
                    <a:pt x="1504" y="3406"/>
                  </a:lnTo>
                  <a:lnTo>
                    <a:pt x="1440" y="3469"/>
                  </a:lnTo>
                  <a:lnTo>
                    <a:pt x="1378" y="3530"/>
                  </a:lnTo>
                  <a:lnTo>
                    <a:pt x="1314" y="3588"/>
                  </a:lnTo>
                  <a:lnTo>
                    <a:pt x="1252" y="3644"/>
                  </a:lnTo>
                  <a:lnTo>
                    <a:pt x="1188" y="3696"/>
                  </a:lnTo>
                  <a:lnTo>
                    <a:pt x="1126" y="3746"/>
                  </a:lnTo>
                  <a:lnTo>
                    <a:pt x="1065" y="3793"/>
                  </a:lnTo>
                  <a:lnTo>
                    <a:pt x="1003" y="3838"/>
                  </a:lnTo>
                  <a:lnTo>
                    <a:pt x="943" y="3879"/>
                  </a:lnTo>
                  <a:lnTo>
                    <a:pt x="883" y="3921"/>
                  </a:lnTo>
                  <a:lnTo>
                    <a:pt x="825" y="3957"/>
                  </a:lnTo>
                  <a:lnTo>
                    <a:pt x="767" y="3993"/>
                  </a:lnTo>
                  <a:lnTo>
                    <a:pt x="711" y="4025"/>
                  </a:lnTo>
                  <a:lnTo>
                    <a:pt x="656" y="4057"/>
                  </a:lnTo>
                  <a:lnTo>
                    <a:pt x="603" y="4085"/>
                  </a:lnTo>
                  <a:lnTo>
                    <a:pt x="550" y="4112"/>
                  </a:lnTo>
                  <a:lnTo>
                    <a:pt x="500" y="4136"/>
                  </a:lnTo>
                  <a:lnTo>
                    <a:pt x="451" y="4159"/>
                  </a:lnTo>
                  <a:lnTo>
                    <a:pt x="404" y="4180"/>
                  </a:lnTo>
                  <a:lnTo>
                    <a:pt x="317" y="4217"/>
                  </a:lnTo>
                  <a:lnTo>
                    <a:pt x="239" y="4247"/>
                  </a:lnTo>
                  <a:lnTo>
                    <a:pt x="169" y="4271"/>
                  </a:lnTo>
                  <a:lnTo>
                    <a:pt x="111" y="4291"/>
                  </a:lnTo>
                  <a:lnTo>
                    <a:pt x="64" y="4305"/>
                  </a:lnTo>
                  <a:lnTo>
                    <a:pt x="29" y="4314"/>
                  </a:lnTo>
                  <a:lnTo>
                    <a:pt x="0" y="4320"/>
                  </a:lnTo>
                  <a:lnTo>
                    <a:pt x="2818" y="4314"/>
                  </a:lnTo>
                  <a:lnTo>
                    <a:pt x="2818" y="0"/>
                  </a:lnTo>
                </a:path>
              </a:pathLst>
            </a:custGeom>
            <a:solidFill>
              <a:schemeClr val="accent1">
                <a:lumMod val="60000"/>
                <a:lumOff val="40000"/>
                <a:alpha val="90000"/>
              </a:schemeClr>
            </a:solidFill>
            <a:ln w="9525">
              <a:noFill/>
              <a:round/>
            </a:ln>
            <a:effectLst>
              <a:outerShdw blurRad="50800" dist="38100" dir="13500000" algn="br" rotWithShape="0">
                <a:prstClr val="black">
                  <a:alpha val="40000"/>
                </a:prstClr>
              </a:outerShdw>
            </a:effectLst>
          </p:spPr>
          <p:txBody>
            <a:bodyPr anchor="ctr"/>
            <a:p>
              <a:pPr lvl="0" algn="ctr">
                <a:defRPr lang="ko-KR" altLang="en-US"/>
              </a:pPr>
              <a:endParaRPr lang="en-US" altLang="ko-KR"/>
            </a:p>
          </p:txBody>
        </p:sp>
        <p:sp>
          <p:nvSpPr>
            <p:cNvPr id="9" name=""/>
            <p:cNvSpPr/>
            <p:nvPr/>
          </p:nvSpPr>
          <p:spPr>
            <a:xfrm>
              <a:off x="6293129" y="-12700"/>
              <a:ext cx="2863571" cy="6870700"/>
            </a:xfrm>
            <a:custGeom>
              <a:avLst/>
              <a:gdLst/>
              <a:cxnLst>
                <a:cxn ang="0">
                  <a:pos x="1687" y="0"/>
                </a:cxn>
                <a:cxn ang="0">
                  <a:pos x="1687" y="0"/>
                </a:cxn>
                <a:cxn ang="0">
                  <a:pos x="1685" y="36"/>
                </a:cxn>
                <a:cxn ang="0">
                  <a:pos x="1679" y="141"/>
                </a:cxn>
                <a:cxn ang="0">
                  <a:pos x="1666" y="306"/>
                </a:cxn>
                <a:cxn ang="0">
                  <a:pos x="1657" y="410"/>
                </a:cxn>
                <a:cxn ang="0">
                  <a:pos x="1644" y="523"/>
                </a:cxn>
                <a:cxn ang="0">
                  <a:pos x="1631" y="649"/>
                </a:cxn>
                <a:cxn ang="0">
                  <a:pos x="1613" y="786"/>
                </a:cxn>
                <a:cxn ang="0">
                  <a:pos x="1593" y="930"/>
                </a:cxn>
                <a:cxn ang="0">
                  <a:pos x="1569" y="1083"/>
                </a:cxn>
                <a:cxn ang="0">
                  <a:pos x="1541" y="1244"/>
                </a:cxn>
                <a:cxn ang="0">
                  <a:pos x="1511" y="1411"/>
                </a:cxn>
                <a:cxn ang="0">
                  <a:pos x="1475" y="1582"/>
                </a:cxn>
                <a:cxn ang="0">
                  <a:pos x="1455" y="1669"/>
                </a:cxn>
                <a:cxn ang="0">
                  <a:pos x="1435" y="1757"/>
                </a:cxn>
                <a:cxn ang="0">
                  <a:pos x="1414" y="1846"/>
                </a:cxn>
                <a:cxn ang="0">
                  <a:pos x="1391" y="1936"/>
                </a:cxn>
                <a:cxn ang="0">
                  <a:pos x="1367" y="2027"/>
                </a:cxn>
                <a:cxn ang="0">
                  <a:pos x="1341" y="2116"/>
                </a:cxn>
                <a:cxn ang="0">
                  <a:pos x="1315" y="2207"/>
                </a:cxn>
                <a:cxn ang="0">
                  <a:pos x="1286" y="2300"/>
                </a:cxn>
                <a:cxn ang="0">
                  <a:pos x="1258" y="2391"/>
                </a:cxn>
                <a:cxn ang="0">
                  <a:pos x="1227" y="2482"/>
                </a:cxn>
                <a:cxn ang="0">
                  <a:pos x="1195" y="2573"/>
                </a:cxn>
                <a:cxn ang="0">
                  <a:pos x="1162" y="2662"/>
                </a:cxn>
                <a:cxn ang="0">
                  <a:pos x="1127" y="2753"/>
                </a:cxn>
                <a:cxn ang="0">
                  <a:pos x="1091" y="2843"/>
                </a:cxn>
                <a:cxn ang="0">
                  <a:pos x="1053" y="2931"/>
                </a:cxn>
                <a:cxn ang="0">
                  <a:pos x="1013" y="3019"/>
                </a:cxn>
                <a:cxn ang="0">
                  <a:pos x="972" y="3107"/>
                </a:cxn>
                <a:cxn ang="0">
                  <a:pos x="928" y="3191"/>
                </a:cxn>
                <a:cxn ang="0">
                  <a:pos x="884" y="3276"/>
                </a:cxn>
                <a:cxn ang="0">
                  <a:pos x="839" y="3360"/>
                </a:cxn>
                <a:cxn ang="0">
                  <a:pos x="790" y="3442"/>
                </a:cxn>
                <a:cxn ang="0">
                  <a:pos x="742" y="3522"/>
                </a:cxn>
                <a:cxn ang="0">
                  <a:pos x="690" y="3601"/>
                </a:cxn>
                <a:cxn ang="0">
                  <a:pos x="637" y="3678"/>
                </a:cxn>
                <a:cxn ang="0">
                  <a:pos x="583" y="3753"/>
                </a:cxn>
                <a:cxn ang="0">
                  <a:pos x="525" y="3826"/>
                </a:cxn>
                <a:cxn ang="0">
                  <a:pos x="467" y="3897"/>
                </a:cxn>
                <a:cxn ang="0">
                  <a:pos x="407" y="3965"/>
                </a:cxn>
                <a:cxn ang="0">
                  <a:pos x="343" y="4030"/>
                </a:cxn>
                <a:cxn ang="0">
                  <a:pos x="279" y="4094"/>
                </a:cxn>
                <a:cxn ang="0">
                  <a:pos x="212" y="4155"/>
                </a:cxn>
                <a:cxn ang="0">
                  <a:pos x="144" y="4212"/>
                </a:cxn>
                <a:cxn ang="0">
                  <a:pos x="108" y="4241"/>
                </a:cxn>
                <a:cxn ang="0">
                  <a:pos x="73" y="4268"/>
                </a:cxn>
                <a:cxn ang="0">
                  <a:pos x="36" y="4294"/>
                </a:cxn>
                <a:cxn ang="0">
                  <a:pos x="0" y="4320"/>
                </a:cxn>
                <a:cxn ang="0">
                  <a:pos x="2136" y="4320"/>
                </a:cxn>
                <a:cxn ang="0">
                  <a:pos x="2130" y="6"/>
                </a:cxn>
                <a:cxn ang="0">
                  <a:pos x="1687" y="0"/>
                </a:cxn>
              </a:cxnLst>
              <a:rect l="0" t="0" r="r" b="b"/>
              <a:pathLst>
                <a:path w="2136" h="4320">
                  <a:moveTo>
                    <a:pt x="1687" y="0"/>
                  </a:moveTo>
                  <a:lnTo>
                    <a:pt x="1687" y="0"/>
                  </a:lnTo>
                  <a:lnTo>
                    <a:pt x="1685" y="36"/>
                  </a:lnTo>
                  <a:lnTo>
                    <a:pt x="1679" y="141"/>
                  </a:lnTo>
                  <a:lnTo>
                    <a:pt x="1666" y="306"/>
                  </a:lnTo>
                  <a:lnTo>
                    <a:pt x="1657" y="410"/>
                  </a:lnTo>
                  <a:lnTo>
                    <a:pt x="1644" y="523"/>
                  </a:lnTo>
                  <a:lnTo>
                    <a:pt x="1631" y="649"/>
                  </a:lnTo>
                  <a:lnTo>
                    <a:pt x="1613" y="786"/>
                  </a:lnTo>
                  <a:lnTo>
                    <a:pt x="1593" y="930"/>
                  </a:lnTo>
                  <a:lnTo>
                    <a:pt x="1569" y="1083"/>
                  </a:lnTo>
                  <a:lnTo>
                    <a:pt x="1541" y="1244"/>
                  </a:lnTo>
                  <a:lnTo>
                    <a:pt x="1511" y="1411"/>
                  </a:lnTo>
                  <a:lnTo>
                    <a:pt x="1475" y="1582"/>
                  </a:lnTo>
                  <a:lnTo>
                    <a:pt x="1455" y="1669"/>
                  </a:lnTo>
                  <a:lnTo>
                    <a:pt x="1435" y="1757"/>
                  </a:lnTo>
                  <a:lnTo>
                    <a:pt x="1414" y="1846"/>
                  </a:lnTo>
                  <a:lnTo>
                    <a:pt x="1391" y="1936"/>
                  </a:lnTo>
                  <a:lnTo>
                    <a:pt x="1367" y="2027"/>
                  </a:lnTo>
                  <a:lnTo>
                    <a:pt x="1341" y="2116"/>
                  </a:lnTo>
                  <a:lnTo>
                    <a:pt x="1315" y="2207"/>
                  </a:lnTo>
                  <a:lnTo>
                    <a:pt x="1286" y="2300"/>
                  </a:lnTo>
                  <a:lnTo>
                    <a:pt x="1258" y="2391"/>
                  </a:lnTo>
                  <a:lnTo>
                    <a:pt x="1227" y="2482"/>
                  </a:lnTo>
                  <a:lnTo>
                    <a:pt x="1195" y="2573"/>
                  </a:lnTo>
                  <a:lnTo>
                    <a:pt x="1162" y="2662"/>
                  </a:lnTo>
                  <a:lnTo>
                    <a:pt x="1127" y="2753"/>
                  </a:lnTo>
                  <a:lnTo>
                    <a:pt x="1091" y="2843"/>
                  </a:lnTo>
                  <a:lnTo>
                    <a:pt x="1053" y="2931"/>
                  </a:lnTo>
                  <a:lnTo>
                    <a:pt x="1013" y="3019"/>
                  </a:lnTo>
                  <a:lnTo>
                    <a:pt x="972" y="3107"/>
                  </a:lnTo>
                  <a:lnTo>
                    <a:pt x="928" y="3191"/>
                  </a:lnTo>
                  <a:lnTo>
                    <a:pt x="884" y="3276"/>
                  </a:lnTo>
                  <a:lnTo>
                    <a:pt x="839" y="3360"/>
                  </a:lnTo>
                  <a:lnTo>
                    <a:pt x="790" y="3442"/>
                  </a:lnTo>
                  <a:lnTo>
                    <a:pt x="742" y="3522"/>
                  </a:lnTo>
                  <a:lnTo>
                    <a:pt x="690" y="3601"/>
                  </a:lnTo>
                  <a:lnTo>
                    <a:pt x="637" y="3678"/>
                  </a:lnTo>
                  <a:lnTo>
                    <a:pt x="583" y="3753"/>
                  </a:lnTo>
                  <a:lnTo>
                    <a:pt x="525" y="3826"/>
                  </a:lnTo>
                  <a:lnTo>
                    <a:pt x="467" y="3897"/>
                  </a:lnTo>
                  <a:lnTo>
                    <a:pt x="407" y="3965"/>
                  </a:lnTo>
                  <a:lnTo>
                    <a:pt x="343" y="4030"/>
                  </a:lnTo>
                  <a:lnTo>
                    <a:pt x="279" y="4094"/>
                  </a:lnTo>
                  <a:lnTo>
                    <a:pt x="212" y="4155"/>
                  </a:lnTo>
                  <a:lnTo>
                    <a:pt x="144" y="4212"/>
                  </a:lnTo>
                  <a:lnTo>
                    <a:pt x="108" y="4241"/>
                  </a:lnTo>
                  <a:lnTo>
                    <a:pt x="73" y="4268"/>
                  </a:lnTo>
                  <a:lnTo>
                    <a:pt x="36" y="4294"/>
                  </a:lnTo>
                  <a:lnTo>
                    <a:pt x="0" y="4320"/>
                  </a:lnTo>
                  <a:lnTo>
                    <a:pt x="2136" y="4320"/>
                  </a:lnTo>
                  <a:lnTo>
                    <a:pt x="2130" y="6"/>
                  </a:lnTo>
                  <a:lnTo>
                    <a:pt x="1687" y="0"/>
                  </a:lnTo>
                </a:path>
              </a:pathLst>
            </a:custGeom>
            <a:solidFill>
              <a:schemeClr val="tx2">
                <a:lumMod val="75000"/>
                <a:lumOff val="25000"/>
                <a:alpha val="39000"/>
              </a:schemeClr>
            </a:solidFill>
            <a:ln w="9525">
              <a:noFill/>
              <a:round/>
            </a:ln>
            <a:effectLst>
              <a:outerShdw blurRad="50800" dist="38100" dir="13500000" algn="br" rotWithShape="0">
                <a:prstClr val="black">
                  <a:alpha val="40000"/>
                </a:prstClr>
              </a:outerShdw>
            </a:effectLst>
          </p:spPr>
          <p:txBody>
            <a:bodyPr anchor="ctr"/>
            <a:p>
              <a:pPr lvl="0" algn="ctr">
                <a:defRPr lang="ko-KR" altLang="en-US"/>
              </a:pPr>
              <a:endParaRPr lang="en-US" altLang="ko-KR"/>
            </a:p>
          </p:txBody>
        </p:sp>
      </p:grpSp>
      <p:sp>
        <p:nvSpPr>
          <p:cNvPr id="2" name=""/>
          <p:cNvSpPr>
            <a:spLocks noGrp="1"/>
          </p:cNvSpPr>
          <p:nvPr>
            <p:ph type="ctrTitle" idx="0"/>
          </p:nvPr>
        </p:nvSpPr>
        <p:spPr>
          <a:xfrm>
            <a:off x="330199" y="2357430"/>
            <a:ext cx="11531599" cy="1470025"/>
          </a:xfrm>
        </p:spPr>
        <p:txBody>
          <a:bodyPr/>
          <a:lstStyle>
            <a:lvl1pPr>
              <a:defRPr sz="5400" b="0"/>
            </a:lvl1pPr>
          </a:lstStyle>
          <a:p>
            <a:pPr lvl="0">
              <a:defRPr lang="ko-KR" altLang="en-US"/>
            </a:pPr>
            <a:r>
              <a:rPr lang="ko-KR" altLang="en-US"/>
              <a:t>마스터 제목 스타일 편집</a:t>
            </a:r>
            <a:endParaRPr lang="ko-KR" altLang="en-US"/>
          </a:p>
        </p:txBody>
      </p:sp>
      <p:sp>
        <p:nvSpPr>
          <p:cNvPr id="3" name=""/>
          <p:cNvSpPr>
            <a:spLocks noGrp="1"/>
          </p:cNvSpPr>
          <p:nvPr>
            <p:ph type="dt" sz="half" idx="10"/>
          </p:nvPr>
        </p:nvSpPr>
        <p:spPr>
          <a:xfrm>
            <a:off x="609599" y="6356350"/>
            <a:ext cx="2844799" cy="365125"/>
          </a:xfrm>
        </p:spPr>
        <p:txBody>
          <a:bodyPr/>
          <a:lstStyle>
            <a:lvl1pPr>
              <a:defRPr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pPr lvl="0">
              <a:defRPr lang="ko-KR" altLang="en-US"/>
            </a:pPr>
            <a:fld id="{DC92D56D-4E18-4865-82CF-493E1E9C33CA}" type="datetime1">
              <a:rPr lang="ko-KR" altLang="en-US"/>
              <a:pPr lvl="0">
                <a:defRPr lang="ko-KR" altLang="en-US"/>
              </a:pPr>
              <a:t>2026-06-30</a:t>
            </a:fld>
            <a:endParaRPr lang="en-US" altLang="en-US"/>
          </a:p>
        </p:txBody>
      </p:sp>
      <p:sp>
        <p:nvSpPr>
          <p:cNvPr id="4" name=""/>
          <p:cNvSpPr>
            <a:spLocks noGrp="1"/>
          </p:cNvSpPr>
          <p:nvPr>
            <p:ph type="ftr" sz="quarter" idx="11"/>
          </p:nvPr>
        </p:nvSpPr>
        <p:spPr>
          <a:xfrm>
            <a:off x="4165599" y="6356350"/>
            <a:ext cx="3860799" cy="365125"/>
          </a:xfrm>
        </p:spPr>
        <p:txBody>
          <a:bodyPr/>
          <a:lstStyle>
            <a:lvl1pPr>
              <a:defRPr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pPr lvl="0">
              <a:defRPr lang="ko-KR" altLang="en-US"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5" name=""/>
          <p:cNvSpPr>
            <a:spLocks noGrp="1"/>
          </p:cNvSpPr>
          <p:nvPr>
            <p:ph type="sldNum" sz="quarter" idx="12"/>
          </p:nvPr>
        </p:nvSpPr>
        <p:spPr>
          <a:xfrm>
            <a:off x="8737599" y="6356350"/>
            <a:ext cx="2844799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>
              <a:defRPr lang="ko-KR" altLang="en-US"/>
            </a:pPr>
            <a:fld id="{DF28FB93-0A08-4E7D-8E63-9EFA29F1E093}" type="slidenum">
              <a:rPr lang="en-US" altLang="en-US"/>
              <a:pPr lvl="0">
                <a:defRPr lang="ko-KR" altLang="en-US"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88807417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11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목차" type="clipArtAndTx" preserve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 type="title" idx="0"/>
          </p:nvPr>
        </p:nvSpPr>
        <p:spPr>
          <a:xfrm>
            <a:off x="1809719" y="500042"/>
            <a:ext cx="9048813" cy="1143000"/>
          </a:xfrm>
        </p:spPr>
        <p:txBody>
          <a:bodyPr/>
          <a:lstStyle>
            <a:lvl1pPr algn="l">
              <a:defRPr sz="4000"/>
            </a:lvl1pPr>
          </a:lstStyle>
          <a:p>
            <a:pPr lvl="0">
              <a:defRPr lang="ko-KR" altLang="en-US"/>
            </a:pPr>
            <a:r>
              <a:rPr lang="ko-KR" altLang="en-US"/>
              <a:t>마스터 제목 스타일 편집</a:t>
            </a:r>
            <a:endParaRPr lang="ko-KR" altLang="en-US"/>
          </a:p>
        </p:txBody>
      </p:sp>
      <p:sp>
        <p:nvSpPr>
          <p:cNvPr id="8" name=""/>
          <p:cNvSpPr>
            <a:spLocks noGrp="1"/>
          </p:cNvSpPr>
          <p:nvPr>
            <p:ph type="body" sz="quarter" idx="14"/>
          </p:nvPr>
        </p:nvSpPr>
        <p:spPr>
          <a:xfrm>
            <a:off x="1824234" y="2214563"/>
            <a:ext cx="6125633" cy="3228975"/>
          </a:xfrm>
        </p:spPr>
        <p:txBody>
          <a:bodyPr/>
          <a:lstStyle>
            <a:lvl1pPr>
              <a:lnSpc>
                <a:spcPct val="150000"/>
              </a:lnSpc>
              <a:defRPr/>
            </a:lvl1pPr>
          </a:lstStyle>
          <a:p>
            <a:pPr lvl="0">
              <a:defRPr lang="ko-KR" altLang="en-US"/>
            </a:pPr>
            <a:r>
              <a:rPr lang="ko-KR" altLang="en-US"/>
              <a:t>첫째 목차</a:t>
            </a:r>
            <a:endParaRPr lang="ko-KR" altLang="en-US"/>
          </a:p>
          <a:p>
            <a:pPr lvl="0">
              <a:defRPr lang="ko-KR" altLang="en-US"/>
            </a:pPr>
            <a:r>
              <a:rPr lang="ko-KR" altLang="en-US"/>
              <a:t>둘째 목차</a:t>
            </a:r>
            <a:endParaRPr lang="ko-KR" altLang="en-US"/>
          </a:p>
          <a:p>
            <a:pPr lvl="0">
              <a:defRPr lang="ko-KR" altLang="en-US"/>
            </a:pPr>
            <a:r>
              <a:rPr lang="ko-KR" altLang="en-US"/>
              <a:t>셋째 목차</a:t>
            </a:r>
            <a:endParaRPr lang="ko-KR" altLang="en-US"/>
          </a:p>
          <a:p>
            <a:pPr lvl="0">
              <a:defRPr lang="ko-KR" altLang="en-US"/>
            </a:pPr>
            <a:r>
              <a:rPr lang="ko-KR" altLang="en-US"/>
              <a:t>넷째 목차</a:t>
            </a:r>
            <a:endParaRPr lang="ko-KR" altLang="en-US"/>
          </a:p>
          <a:p>
            <a:pPr lvl="0">
              <a:defRPr lang="ko-KR" altLang="en-US"/>
            </a:pPr>
            <a:r>
              <a:rPr lang="ko-KR" altLang="en-US"/>
              <a:t>다섯째 목차</a:t>
            </a:r>
            <a:endParaRPr lang="ko-KR" altLang="en-US"/>
          </a:p>
        </p:txBody>
      </p:sp>
      <p:sp>
        <p:nvSpPr>
          <p:cNvPr id="4" name="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pPr lvl="0">
              <a:defRPr lang="ko-KR" altLang="en-US"/>
            </a:pPr>
            <a:fld id="{668EBC7F-88B6-4F73-AC78-9F7EEAFB6A58}" type="datetime1">
              <a:rPr lang="ko-KR" altLang="en-US"/>
              <a:pPr lvl="0">
                <a:defRPr lang="ko-KR" altLang="en-US"/>
              </a:pPr>
              <a:t>2026-06-30</a:t>
            </a:fld>
            <a:endParaRPr lang="en-US" altLang="en-US"/>
          </a:p>
        </p:txBody>
      </p:sp>
      <p:sp>
        <p:nvSpPr>
          <p:cNvPr id="5" name="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pPr lvl="0">
              <a:defRPr lang="ko-KR" altLang="en-US"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6" name="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pPr lvl="0">
              <a:defRPr lang="ko-KR" altLang="en-US"/>
            </a:pPr>
            <a:fld id="{DF28FB93-0A08-4E7D-8E63-9EFA29F1E093}" type="slidenum">
              <a:rPr lang="en-US" altLang="en-US"/>
              <a:pPr lvl="0">
                <a:defRPr lang="ko-KR" altLang="en-US"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91535258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12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세로 제목 및 본문" type="vertTitleAndTx" preserve="1">
  <p:cSld name="세로 제목 및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 type="title" orient="vert" idx="0"/>
          </p:nvPr>
        </p:nvSpPr>
        <p:spPr>
          <a:xfrm>
            <a:off x="9906026" y="571480"/>
            <a:ext cx="1676371" cy="5554683"/>
          </a:xfrm>
        </p:spPr>
        <p:txBody>
          <a:bodyPr vert="eaVert"/>
          <a:lstStyle>
            <a:lvl1pPr algn="ctr">
              <a:defRPr/>
            </a:lvl1pPr>
          </a:lstStyle>
          <a:p>
            <a:pPr lvl="0">
              <a:defRPr lang="ko-KR" altLang="en-US"/>
            </a:pPr>
            <a:r>
              <a:rPr lang="ko-KR" altLang="en-US"/>
              <a:t>마스터 제목 스타일 편집</a:t>
            </a:r>
            <a:endParaRPr lang="ko-KR" altLang="en-US"/>
          </a:p>
        </p:txBody>
      </p:sp>
      <p:sp>
        <p:nvSpPr>
          <p:cNvPr id="3" name=""/>
          <p:cNvSpPr>
            <a:spLocks noGrp="1"/>
          </p:cNvSpPr>
          <p:nvPr>
            <p:ph type="body" orient="vert" idx="1"/>
          </p:nvPr>
        </p:nvSpPr>
        <p:spPr>
          <a:xfrm>
            <a:off x="609599" y="571480"/>
            <a:ext cx="9010674" cy="5554683"/>
          </a:xfrm>
        </p:spPr>
        <p:txBody>
          <a:bodyPr vert="eaVert"/>
          <a:lstStyle/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  <a:endParaRPr lang="ko-KR" altLang="en-US"/>
          </a:p>
          <a:p>
            <a:pPr lvl="1">
              <a:defRPr lang="ko-KR" altLang="en-US"/>
            </a:pPr>
            <a:r>
              <a:rPr lang="ko-KR" altLang="en-US"/>
              <a:t>둘째 수준</a:t>
            </a:r>
            <a:endParaRPr lang="ko-KR" altLang="en-US"/>
          </a:p>
          <a:p>
            <a:pPr lvl="2">
              <a:defRPr lang="ko-KR" altLang="en-US"/>
            </a:pPr>
            <a:r>
              <a:rPr lang="ko-KR" altLang="en-US"/>
              <a:t>셋째 수준</a:t>
            </a:r>
            <a:endParaRPr lang="ko-KR" altLang="en-US"/>
          </a:p>
          <a:p>
            <a:pPr lvl="3">
              <a:defRPr lang="ko-KR" altLang="en-US"/>
            </a:pPr>
            <a:r>
              <a:rPr lang="ko-KR" altLang="en-US"/>
              <a:t>넷째 수준</a:t>
            </a:r>
            <a:endParaRPr lang="ko-KR" altLang="en-US"/>
          </a:p>
          <a:p>
            <a:pPr lvl="4">
              <a:defRPr lang="ko-KR" altLang="en-US"/>
            </a:pPr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4" name="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pPr lvl="0">
              <a:defRPr lang="ko-KR" altLang="en-US"/>
            </a:pPr>
            <a:fld id="{3AF0ADBF-A3D2-40F4-BB69-08DB2B9EC611}" type="datetime1">
              <a:rPr lang="ko-KR" altLang="en-US"/>
              <a:pPr lvl="0">
                <a:defRPr lang="ko-KR" altLang="en-US"/>
              </a:pPr>
              <a:t>2026-06-30</a:t>
            </a:fld>
            <a:endParaRPr lang="en-US" altLang="en-US"/>
          </a:p>
        </p:txBody>
      </p:sp>
      <p:sp>
        <p:nvSpPr>
          <p:cNvPr id="5" name="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pPr lvl="0">
              <a:defRPr lang="ko-KR" altLang="en-US"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6" name="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pPr lvl="0">
              <a:defRPr lang="ko-KR" altLang="en-US"/>
            </a:pPr>
            <a:fld id="{DF28FB93-0A08-4E7D-8E63-9EFA29F1E093}" type="slidenum">
              <a:rPr lang="en-US" altLang="en-US"/>
              <a:pPr lvl="0">
                <a:defRPr lang="ko-KR" altLang="en-US"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67016928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slideLayout" Target="../slideLayouts/slideLayout12.xml"  /><Relationship Id="rId13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"/>
          <p:cNvGrpSpPr/>
          <p:nvPr/>
        </p:nvGrpSpPr>
        <p:grpSpPr>
          <a:xfrm rot="0">
            <a:off x="8127999" y="2"/>
            <a:ext cx="4063999" cy="3733800"/>
            <a:chOff x="6096000" y="2"/>
            <a:chExt cx="3048000" cy="3733800"/>
          </a:xfrm>
        </p:grpSpPr>
        <p:sp>
          <p:nvSpPr>
            <p:cNvPr id="20" name=""/>
            <p:cNvSpPr>
              <a:spLocks noEditPoints="1"/>
            </p:cNvSpPr>
            <p:nvPr/>
          </p:nvSpPr>
          <p:spPr>
            <a:xfrm rot="16200000" flipH="1" flipV="1">
              <a:off x="6783386" y="1373188"/>
              <a:ext cx="3730628" cy="990600"/>
            </a:xfrm>
            <a:custGeom>
              <a:avLst/>
              <a:gdLst/>
              <a:cxnLst>
                <a:cxn ang="0">
                  <a:pos x="8" y="0"/>
                </a:cxn>
                <a:cxn ang="0">
                  <a:pos x="0" y="3710"/>
                </a:cxn>
                <a:cxn ang="0">
                  <a:pos x="22" y="3628"/>
                </a:cxn>
                <a:cxn ang="0">
                  <a:pos x="64" y="3488"/>
                </a:cxn>
                <a:cxn ang="0">
                  <a:pos x="136" y="3294"/>
                </a:cxn>
                <a:cxn ang="0">
                  <a:pos x="212" y="3116"/>
                </a:cxn>
                <a:cxn ang="0">
                  <a:pos x="274" y="2986"/>
                </a:cxn>
                <a:cxn ang="0">
                  <a:pos x="348" y="2846"/>
                </a:cxn>
                <a:cxn ang="0">
                  <a:pos x="432" y="2700"/>
                </a:cxn>
                <a:cxn ang="0">
                  <a:pos x="528" y="2548"/>
                </a:cxn>
                <a:cxn ang="0">
                  <a:pos x="636" y="2390"/>
                </a:cxn>
                <a:cxn ang="0">
                  <a:pos x="756" y="2228"/>
                </a:cxn>
                <a:cxn ang="0">
                  <a:pos x="892" y="2064"/>
                </a:cxn>
                <a:cxn ang="0">
                  <a:pos x="1040" y="1898"/>
                </a:cxn>
                <a:cxn ang="0">
                  <a:pos x="1204" y="1730"/>
                </a:cxn>
                <a:cxn ang="0">
                  <a:pos x="1384" y="1566"/>
                </a:cxn>
                <a:cxn ang="0">
                  <a:pos x="1580" y="1402"/>
                </a:cxn>
                <a:cxn ang="0">
                  <a:pos x="1794" y="1240"/>
                </a:cxn>
                <a:cxn ang="0">
                  <a:pos x="2024" y="1084"/>
                </a:cxn>
                <a:cxn ang="0">
                  <a:pos x="2274" y="934"/>
                </a:cxn>
                <a:cxn ang="0">
                  <a:pos x="2542" y="790"/>
                </a:cxn>
                <a:cxn ang="0">
                  <a:pos x="2830" y="654"/>
                </a:cxn>
                <a:cxn ang="0">
                  <a:pos x="3140" y="526"/>
                </a:cxn>
                <a:cxn ang="0">
                  <a:pos x="3468" y="410"/>
                </a:cxn>
                <a:cxn ang="0">
                  <a:pos x="3820" y="304"/>
                </a:cxn>
                <a:cxn ang="0">
                  <a:pos x="4194" y="210"/>
                </a:cxn>
                <a:cxn ang="0">
                  <a:pos x="4590" y="132"/>
                </a:cxn>
                <a:cxn ang="0">
                  <a:pos x="5012" y="66"/>
                </a:cxn>
                <a:cxn ang="0">
                  <a:pos x="5230" y="40"/>
                </a:cxn>
                <a:cxn ang="0">
                  <a:pos x="5456" y="18"/>
                </a:cxn>
                <a:cxn ang="0">
                  <a:pos x="5688" y="0"/>
                </a:cxn>
                <a:cxn ang="0">
                  <a:pos x="5688" y="0"/>
                </a:cxn>
              </a:cxnLst>
              <a:rect l="0" t="0" r="r" b="b"/>
              <a:pathLst>
                <a:path w="5688" h="3710">
                  <a:moveTo>
                    <a:pt x="5688" y="0"/>
                  </a:moveTo>
                  <a:lnTo>
                    <a:pt x="8" y="0"/>
                  </a:lnTo>
                  <a:lnTo>
                    <a:pt x="0" y="3710"/>
                  </a:lnTo>
                  <a:lnTo>
                    <a:pt x="0" y="3710"/>
                  </a:lnTo>
                  <a:lnTo>
                    <a:pt x="10" y="3672"/>
                  </a:lnTo>
                  <a:lnTo>
                    <a:pt x="22" y="3628"/>
                  </a:lnTo>
                  <a:lnTo>
                    <a:pt x="40" y="3566"/>
                  </a:lnTo>
                  <a:lnTo>
                    <a:pt x="64" y="3488"/>
                  </a:lnTo>
                  <a:lnTo>
                    <a:pt x="96" y="3396"/>
                  </a:lnTo>
                  <a:lnTo>
                    <a:pt x="136" y="3294"/>
                  </a:lnTo>
                  <a:lnTo>
                    <a:pt x="184" y="3178"/>
                  </a:lnTo>
                  <a:lnTo>
                    <a:pt x="212" y="3116"/>
                  </a:lnTo>
                  <a:lnTo>
                    <a:pt x="242" y="3052"/>
                  </a:lnTo>
                  <a:lnTo>
                    <a:pt x="274" y="2986"/>
                  </a:lnTo>
                  <a:lnTo>
                    <a:pt x="310" y="2918"/>
                  </a:lnTo>
                  <a:lnTo>
                    <a:pt x="348" y="2846"/>
                  </a:lnTo>
                  <a:lnTo>
                    <a:pt x="388" y="2774"/>
                  </a:lnTo>
                  <a:lnTo>
                    <a:pt x="432" y="2700"/>
                  </a:lnTo>
                  <a:lnTo>
                    <a:pt x="478" y="2624"/>
                  </a:lnTo>
                  <a:lnTo>
                    <a:pt x="528" y="2548"/>
                  </a:lnTo>
                  <a:lnTo>
                    <a:pt x="580" y="2470"/>
                  </a:lnTo>
                  <a:lnTo>
                    <a:pt x="636" y="2390"/>
                  </a:lnTo>
                  <a:lnTo>
                    <a:pt x="694" y="2310"/>
                  </a:lnTo>
                  <a:lnTo>
                    <a:pt x="756" y="2228"/>
                  </a:lnTo>
                  <a:lnTo>
                    <a:pt x="822" y="2146"/>
                  </a:lnTo>
                  <a:lnTo>
                    <a:pt x="892" y="2064"/>
                  </a:lnTo>
                  <a:lnTo>
                    <a:pt x="964" y="1980"/>
                  </a:lnTo>
                  <a:lnTo>
                    <a:pt x="1040" y="1898"/>
                  </a:lnTo>
                  <a:lnTo>
                    <a:pt x="1120" y="1814"/>
                  </a:lnTo>
                  <a:lnTo>
                    <a:pt x="1204" y="1730"/>
                  </a:lnTo>
                  <a:lnTo>
                    <a:pt x="1292" y="1648"/>
                  </a:lnTo>
                  <a:lnTo>
                    <a:pt x="1384" y="1566"/>
                  </a:lnTo>
                  <a:lnTo>
                    <a:pt x="1480" y="1482"/>
                  </a:lnTo>
                  <a:lnTo>
                    <a:pt x="1580" y="1402"/>
                  </a:lnTo>
                  <a:lnTo>
                    <a:pt x="1684" y="1320"/>
                  </a:lnTo>
                  <a:lnTo>
                    <a:pt x="1794" y="1240"/>
                  </a:lnTo>
                  <a:lnTo>
                    <a:pt x="1906" y="1162"/>
                  </a:lnTo>
                  <a:lnTo>
                    <a:pt x="2024" y="1084"/>
                  </a:lnTo>
                  <a:lnTo>
                    <a:pt x="2146" y="1008"/>
                  </a:lnTo>
                  <a:lnTo>
                    <a:pt x="2274" y="934"/>
                  </a:lnTo>
                  <a:lnTo>
                    <a:pt x="2406" y="860"/>
                  </a:lnTo>
                  <a:lnTo>
                    <a:pt x="2542" y="790"/>
                  </a:lnTo>
                  <a:lnTo>
                    <a:pt x="2684" y="720"/>
                  </a:lnTo>
                  <a:lnTo>
                    <a:pt x="2830" y="654"/>
                  </a:lnTo>
                  <a:lnTo>
                    <a:pt x="2982" y="588"/>
                  </a:lnTo>
                  <a:lnTo>
                    <a:pt x="3140" y="526"/>
                  </a:lnTo>
                  <a:lnTo>
                    <a:pt x="3302" y="466"/>
                  </a:lnTo>
                  <a:lnTo>
                    <a:pt x="3468" y="410"/>
                  </a:lnTo>
                  <a:lnTo>
                    <a:pt x="3642" y="354"/>
                  </a:lnTo>
                  <a:lnTo>
                    <a:pt x="3820" y="304"/>
                  </a:lnTo>
                  <a:lnTo>
                    <a:pt x="4004" y="256"/>
                  </a:lnTo>
                  <a:lnTo>
                    <a:pt x="4194" y="210"/>
                  </a:lnTo>
                  <a:lnTo>
                    <a:pt x="4390" y="170"/>
                  </a:lnTo>
                  <a:lnTo>
                    <a:pt x="4590" y="132"/>
                  </a:lnTo>
                  <a:lnTo>
                    <a:pt x="4798" y="98"/>
                  </a:lnTo>
                  <a:lnTo>
                    <a:pt x="5012" y="66"/>
                  </a:lnTo>
                  <a:lnTo>
                    <a:pt x="5120" y="54"/>
                  </a:lnTo>
                  <a:lnTo>
                    <a:pt x="5230" y="40"/>
                  </a:lnTo>
                  <a:lnTo>
                    <a:pt x="5344" y="28"/>
                  </a:lnTo>
                  <a:lnTo>
                    <a:pt x="5456" y="18"/>
                  </a:lnTo>
                  <a:lnTo>
                    <a:pt x="5572" y="8"/>
                  </a:lnTo>
                  <a:lnTo>
                    <a:pt x="5688" y="0"/>
                  </a:lnTo>
                  <a:moveTo>
                    <a:pt x="5688" y="0"/>
                  </a:moveTo>
                  <a:lnTo>
                    <a:pt x="5688" y="0"/>
                  </a:lnTo>
                </a:path>
              </a:pathLst>
            </a:custGeom>
            <a:solidFill>
              <a:schemeClr val="accent4">
                <a:lumMod val="75000"/>
                <a:alpha val="45000"/>
              </a:schemeClr>
            </a:solidFill>
            <a:ln w="9525">
              <a:noFill/>
              <a:round/>
            </a:ln>
          </p:spPr>
          <p:txBody>
            <a:bodyPr anchor="ctr"/>
            <a:p>
              <a:pPr lvl="0" algn="ctr">
                <a:defRPr lang="ko-KR" altLang="en-US"/>
              </a:pPr>
              <a:endParaRPr lang="en-US" altLang="ko-KR"/>
            </a:p>
          </p:txBody>
        </p:sp>
        <p:sp>
          <p:nvSpPr>
            <p:cNvPr id="21" name=""/>
            <p:cNvSpPr>
              <a:spLocks noEditPoints="1"/>
            </p:cNvSpPr>
            <p:nvPr/>
          </p:nvSpPr>
          <p:spPr>
            <a:xfrm flipH="1">
              <a:off x="6096000" y="2"/>
              <a:ext cx="3044827" cy="1961846"/>
            </a:xfrm>
            <a:custGeom>
              <a:avLst/>
              <a:gdLst/>
              <a:cxnLst>
                <a:cxn ang="0">
                  <a:pos x="8" y="0"/>
                </a:cxn>
                <a:cxn ang="0">
                  <a:pos x="0" y="3710"/>
                </a:cxn>
                <a:cxn ang="0">
                  <a:pos x="22" y="3628"/>
                </a:cxn>
                <a:cxn ang="0">
                  <a:pos x="64" y="3488"/>
                </a:cxn>
                <a:cxn ang="0">
                  <a:pos x="136" y="3294"/>
                </a:cxn>
                <a:cxn ang="0">
                  <a:pos x="212" y="3116"/>
                </a:cxn>
                <a:cxn ang="0">
                  <a:pos x="274" y="2986"/>
                </a:cxn>
                <a:cxn ang="0">
                  <a:pos x="348" y="2846"/>
                </a:cxn>
                <a:cxn ang="0">
                  <a:pos x="432" y="2700"/>
                </a:cxn>
                <a:cxn ang="0">
                  <a:pos x="528" y="2548"/>
                </a:cxn>
                <a:cxn ang="0">
                  <a:pos x="636" y="2390"/>
                </a:cxn>
                <a:cxn ang="0">
                  <a:pos x="756" y="2228"/>
                </a:cxn>
                <a:cxn ang="0">
                  <a:pos x="892" y="2064"/>
                </a:cxn>
                <a:cxn ang="0">
                  <a:pos x="1040" y="1898"/>
                </a:cxn>
                <a:cxn ang="0">
                  <a:pos x="1204" y="1730"/>
                </a:cxn>
                <a:cxn ang="0">
                  <a:pos x="1384" y="1566"/>
                </a:cxn>
                <a:cxn ang="0">
                  <a:pos x="1580" y="1402"/>
                </a:cxn>
                <a:cxn ang="0">
                  <a:pos x="1794" y="1240"/>
                </a:cxn>
                <a:cxn ang="0">
                  <a:pos x="2024" y="1084"/>
                </a:cxn>
                <a:cxn ang="0">
                  <a:pos x="2274" y="934"/>
                </a:cxn>
                <a:cxn ang="0">
                  <a:pos x="2542" y="790"/>
                </a:cxn>
                <a:cxn ang="0">
                  <a:pos x="2830" y="654"/>
                </a:cxn>
                <a:cxn ang="0">
                  <a:pos x="3140" y="526"/>
                </a:cxn>
                <a:cxn ang="0">
                  <a:pos x="3468" y="410"/>
                </a:cxn>
                <a:cxn ang="0">
                  <a:pos x="3820" y="304"/>
                </a:cxn>
                <a:cxn ang="0">
                  <a:pos x="4194" y="210"/>
                </a:cxn>
                <a:cxn ang="0">
                  <a:pos x="4590" y="132"/>
                </a:cxn>
                <a:cxn ang="0">
                  <a:pos x="5012" y="66"/>
                </a:cxn>
                <a:cxn ang="0">
                  <a:pos x="5230" y="40"/>
                </a:cxn>
                <a:cxn ang="0">
                  <a:pos x="5456" y="18"/>
                </a:cxn>
                <a:cxn ang="0">
                  <a:pos x="5688" y="0"/>
                </a:cxn>
                <a:cxn ang="0">
                  <a:pos x="5688" y="0"/>
                </a:cxn>
              </a:cxnLst>
              <a:rect l="0" t="0" r="r" b="b"/>
              <a:pathLst>
                <a:path w="5688" h="3710">
                  <a:moveTo>
                    <a:pt x="5688" y="0"/>
                  </a:moveTo>
                  <a:lnTo>
                    <a:pt x="8" y="0"/>
                  </a:lnTo>
                  <a:lnTo>
                    <a:pt x="0" y="3710"/>
                  </a:lnTo>
                  <a:lnTo>
                    <a:pt x="0" y="3710"/>
                  </a:lnTo>
                  <a:lnTo>
                    <a:pt x="10" y="3672"/>
                  </a:lnTo>
                  <a:lnTo>
                    <a:pt x="22" y="3628"/>
                  </a:lnTo>
                  <a:lnTo>
                    <a:pt x="40" y="3566"/>
                  </a:lnTo>
                  <a:lnTo>
                    <a:pt x="64" y="3488"/>
                  </a:lnTo>
                  <a:lnTo>
                    <a:pt x="96" y="3396"/>
                  </a:lnTo>
                  <a:lnTo>
                    <a:pt x="136" y="3294"/>
                  </a:lnTo>
                  <a:lnTo>
                    <a:pt x="184" y="3178"/>
                  </a:lnTo>
                  <a:lnTo>
                    <a:pt x="212" y="3116"/>
                  </a:lnTo>
                  <a:lnTo>
                    <a:pt x="242" y="3052"/>
                  </a:lnTo>
                  <a:lnTo>
                    <a:pt x="274" y="2986"/>
                  </a:lnTo>
                  <a:lnTo>
                    <a:pt x="310" y="2918"/>
                  </a:lnTo>
                  <a:lnTo>
                    <a:pt x="348" y="2846"/>
                  </a:lnTo>
                  <a:lnTo>
                    <a:pt x="388" y="2774"/>
                  </a:lnTo>
                  <a:lnTo>
                    <a:pt x="432" y="2700"/>
                  </a:lnTo>
                  <a:lnTo>
                    <a:pt x="478" y="2624"/>
                  </a:lnTo>
                  <a:lnTo>
                    <a:pt x="528" y="2548"/>
                  </a:lnTo>
                  <a:lnTo>
                    <a:pt x="580" y="2470"/>
                  </a:lnTo>
                  <a:lnTo>
                    <a:pt x="636" y="2390"/>
                  </a:lnTo>
                  <a:lnTo>
                    <a:pt x="694" y="2310"/>
                  </a:lnTo>
                  <a:lnTo>
                    <a:pt x="756" y="2228"/>
                  </a:lnTo>
                  <a:lnTo>
                    <a:pt x="822" y="2146"/>
                  </a:lnTo>
                  <a:lnTo>
                    <a:pt x="892" y="2064"/>
                  </a:lnTo>
                  <a:lnTo>
                    <a:pt x="964" y="1980"/>
                  </a:lnTo>
                  <a:lnTo>
                    <a:pt x="1040" y="1898"/>
                  </a:lnTo>
                  <a:lnTo>
                    <a:pt x="1120" y="1814"/>
                  </a:lnTo>
                  <a:lnTo>
                    <a:pt x="1204" y="1730"/>
                  </a:lnTo>
                  <a:lnTo>
                    <a:pt x="1292" y="1648"/>
                  </a:lnTo>
                  <a:lnTo>
                    <a:pt x="1384" y="1566"/>
                  </a:lnTo>
                  <a:lnTo>
                    <a:pt x="1480" y="1482"/>
                  </a:lnTo>
                  <a:lnTo>
                    <a:pt x="1580" y="1402"/>
                  </a:lnTo>
                  <a:lnTo>
                    <a:pt x="1684" y="1320"/>
                  </a:lnTo>
                  <a:lnTo>
                    <a:pt x="1794" y="1240"/>
                  </a:lnTo>
                  <a:lnTo>
                    <a:pt x="1906" y="1162"/>
                  </a:lnTo>
                  <a:lnTo>
                    <a:pt x="2024" y="1084"/>
                  </a:lnTo>
                  <a:lnTo>
                    <a:pt x="2146" y="1008"/>
                  </a:lnTo>
                  <a:lnTo>
                    <a:pt x="2274" y="934"/>
                  </a:lnTo>
                  <a:lnTo>
                    <a:pt x="2406" y="860"/>
                  </a:lnTo>
                  <a:lnTo>
                    <a:pt x="2542" y="790"/>
                  </a:lnTo>
                  <a:lnTo>
                    <a:pt x="2684" y="720"/>
                  </a:lnTo>
                  <a:lnTo>
                    <a:pt x="2830" y="654"/>
                  </a:lnTo>
                  <a:lnTo>
                    <a:pt x="2982" y="588"/>
                  </a:lnTo>
                  <a:lnTo>
                    <a:pt x="3140" y="526"/>
                  </a:lnTo>
                  <a:lnTo>
                    <a:pt x="3302" y="466"/>
                  </a:lnTo>
                  <a:lnTo>
                    <a:pt x="3468" y="410"/>
                  </a:lnTo>
                  <a:lnTo>
                    <a:pt x="3642" y="354"/>
                  </a:lnTo>
                  <a:lnTo>
                    <a:pt x="3820" y="304"/>
                  </a:lnTo>
                  <a:lnTo>
                    <a:pt x="4004" y="256"/>
                  </a:lnTo>
                  <a:lnTo>
                    <a:pt x="4194" y="210"/>
                  </a:lnTo>
                  <a:lnTo>
                    <a:pt x="4390" y="170"/>
                  </a:lnTo>
                  <a:lnTo>
                    <a:pt x="4590" y="132"/>
                  </a:lnTo>
                  <a:lnTo>
                    <a:pt x="4798" y="98"/>
                  </a:lnTo>
                  <a:lnTo>
                    <a:pt x="5012" y="66"/>
                  </a:lnTo>
                  <a:lnTo>
                    <a:pt x="5120" y="54"/>
                  </a:lnTo>
                  <a:lnTo>
                    <a:pt x="5230" y="40"/>
                  </a:lnTo>
                  <a:lnTo>
                    <a:pt x="5344" y="28"/>
                  </a:lnTo>
                  <a:lnTo>
                    <a:pt x="5456" y="18"/>
                  </a:lnTo>
                  <a:lnTo>
                    <a:pt x="5572" y="8"/>
                  </a:lnTo>
                  <a:lnTo>
                    <a:pt x="5688" y="0"/>
                  </a:lnTo>
                  <a:moveTo>
                    <a:pt x="5688" y="0"/>
                  </a:moveTo>
                  <a:lnTo>
                    <a:pt x="5688" y="0"/>
                  </a:lnTo>
                </a:path>
              </a:pathLst>
            </a:custGeom>
            <a:solidFill>
              <a:schemeClr val="tx2">
                <a:lumMod val="75000"/>
                <a:alpha val="20000"/>
              </a:schemeClr>
            </a:solidFill>
            <a:ln w="9525">
              <a:noFill/>
              <a:round/>
            </a:ln>
          </p:spPr>
          <p:txBody>
            <a:bodyPr anchor="ctr"/>
            <a:p>
              <a:pPr lvl="0" algn="ctr">
                <a:defRPr lang="ko-KR" altLang="en-US"/>
              </a:pPr>
              <a:endParaRPr lang="en-US" altLang="ko-KR"/>
            </a:p>
          </p:txBody>
        </p:sp>
        <p:sp>
          <p:nvSpPr>
            <p:cNvPr id="23" name=""/>
            <p:cNvSpPr>
              <a:spLocks noEditPoints="1"/>
            </p:cNvSpPr>
            <p:nvPr/>
          </p:nvSpPr>
          <p:spPr>
            <a:xfrm flipH="1">
              <a:off x="6099173" y="2"/>
              <a:ext cx="3044827" cy="1416125"/>
            </a:xfrm>
            <a:custGeom>
              <a:avLst/>
              <a:gdLst/>
              <a:cxnLst>
                <a:cxn ang="0">
                  <a:pos x="5688" y="0"/>
                </a:cxn>
                <a:cxn ang="0">
                  <a:pos x="8" y="0"/>
                </a:cxn>
                <a:cxn ang="0">
                  <a:pos x="0" y="2678"/>
                </a:cxn>
                <a:cxn ang="0">
                  <a:pos x="0" y="2678"/>
                </a:cxn>
                <a:cxn ang="0">
                  <a:pos x="10" y="2652"/>
                </a:cxn>
                <a:cxn ang="0">
                  <a:pos x="22" y="2618"/>
                </a:cxn>
                <a:cxn ang="0">
                  <a:pos x="40" y="2574"/>
                </a:cxn>
                <a:cxn ang="0">
                  <a:pos x="64" y="2518"/>
                </a:cxn>
                <a:cxn ang="0">
                  <a:pos x="96" y="2452"/>
                </a:cxn>
                <a:cxn ang="0">
                  <a:pos x="136" y="2378"/>
                </a:cxn>
                <a:cxn ang="0">
                  <a:pos x="184" y="2294"/>
                </a:cxn>
                <a:cxn ang="0">
                  <a:pos x="242" y="2204"/>
                </a:cxn>
                <a:cxn ang="0">
                  <a:pos x="274" y="2156"/>
                </a:cxn>
                <a:cxn ang="0">
                  <a:pos x="310" y="2106"/>
                </a:cxn>
                <a:cxn ang="0">
                  <a:pos x="348" y="2056"/>
                </a:cxn>
                <a:cxn ang="0">
                  <a:pos x="388" y="2002"/>
                </a:cxn>
                <a:cxn ang="0">
                  <a:pos x="432" y="1950"/>
                </a:cxn>
                <a:cxn ang="0">
                  <a:pos x="478" y="1894"/>
                </a:cxn>
                <a:cxn ang="0">
                  <a:pos x="528" y="1840"/>
                </a:cxn>
                <a:cxn ang="0">
                  <a:pos x="580" y="1782"/>
                </a:cxn>
                <a:cxn ang="0">
                  <a:pos x="636" y="1726"/>
                </a:cxn>
                <a:cxn ang="0">
                  <a:pos x="694" y="1668"/>
                </a:cxn>
                <a:cxn ang="0">
                  <a:pos x="756" y="1608"/>
                </a:cxn>
                <a:cxn ang="0">
                  <a:pos x="822" y="1550"/>
                </a:cxn>
                <a:cxn ang="0">
                  <a:pos x="892" y="1490"/>
                </a:cxn>
                <a:cxn ang="0">
                  <a:pos x="964" y="1430"/>
                </a:cxn>
                <a:cxn ang="0">
                  <a:pos x="1040" y="1370"/>
                </a:cxn>
                <a:cxn ang="0">
                  <a:pos x="1120" y="1310"/>
                </a:cxn>
                <a:cxn ang="0">
                  <a:pos x="1204" y="1250"/>
                </a:cxn>
                <a:cxn ang="0">
                  <a:pos x="1292" y="1190"/>
                </a:cxn>
                <a:cxn ang="0">
                  <a:pos x="1384" y="1130"/>
                </a:cxn>
                <a:cxn ang="0">
                  <a:pos x="1480" y="1070"/>
                </a:cxn>
                <a:cxn ang="0">
                  <a:pos x="1580" y="1012"/>
                </a:cxn>
                <a:cxn ang="0">
                  <a:pos x="1684" y="954"/>
                </a:cxn>
                <a:cxn ang="0">
                  <a:pos x="1794" y="896"/>
                </a:cxn>
                <a:cxn ang="0">
                  <a:pos x="1906" y="840"/>
                </a:cxn>
                <a:cxn ang="0">
                  <a:pos x="2024" y="784"/>
                </a:cxn>
                <a:cxn ang="0">
                  <a:pos x="2146" y="728"/>
                </a:cxn>
                <a:cxn ang="0">
                  <a:pos x="2274" y="674"/>
                </a:cxn>
                <a:cxn ang="0">
                  <a:pos x="2406" y="622"/>
                </a:cxn>
                <a:cxn ang="0">
                  <a:pos x="2542" y="570"/>
                </a:cxn>
                <a:cxn ang="0">
                  <a:pos x="2684" y="520"/>
                </a:cxn>
                <a:cxn ang="0">
                  <a:pos x="2830" y="472"/>
                </a:cxn>
                <a:cxn ang="0">
                  <a:pos x="2982" y="426"/>
                </a:cxn>
                <a:cxn ang="0">
                  <a:pos x="3140" y="380"/>
                </a:cxn>
                <a:cxn ang="0">
                  <a:pos x="3302" y="336"/>
                </a:cxn>
                <a:cxn ang="0">
                  <a:pos x="3468" y="296"/>
                </a:cxn>
                <a:cxn ang="0">
                  <a:pos x="3642" y="256"/>
                </a:cxn>
                <a:cxn ang="0">
                  <a:pos x="3820" y="220"/>
                </a:cxn>
                <a:cxn ang="0">
                  <a:pos x="4004" y="184"/>
                </a:cxn>
                <a:cxn ang="0">
                  <a:pos x="4194" y="152"/>
                </a:cxn>
                <a:cxn ang="0">
                  <a:pos x="4390" y="122"/>
                </a:cxn>
                <a:cxn ang="0">
                  <a:pos x="4590" y="94"/>
                </a:cxn>
                <a:cxn ang="0">
                  <a:pos x="4798" y="70"/>
                </a:cxn>
                <a:cxn ang="0">
                  <a:pos x="5012" y="48"/>
                </a:cxn>
                <a:cxn ang="0">
                  <a:pos x="5230" y="30"/>
                </a:cxn>
                <a:cxn ang="0">
                  <a:pos x="5456" y="14"/>
                </a:cxn>
                <a:cxn ang="0">
                  <a:pos x="5688" y="0"/>
                </a:cxn>
                <a:cxn ang="0">
                  <a:pos x="5688" y="0"/>
                </a:cxn>
                <a:cxn ang="0">
                  <a:pos x="5688" y="0"/>
                </a:cxn>
              </a:cxnLst>
              <a:rect l="0" t="0" r="r" b="b"/>
              <a:pathLst>
                <a:path w="5688" h="2678">
                  <a:moveTo>
                    <a:pt x="5688" y="0"/>
                  </a:moveTo>
                  <a:lnTo>
                    <a:pt x="8" y="0"/>
                  </a:lnTo>
                  <a:lnTo>
                    <a:pt x="0" y="2678"/>
                  </a:lnTo>
                  <a:lnTo>
                    <a:pt x="0" y="2678"/>
                  </a:lnTo>
                  <a:lnTo>
                    <a:pt x="10" y="2652"/>
                  </a:lnTo>
                  <a:lnTo>
                    <a:pt x="22" y="2618"/>
                  </a:lnTo>
                  <a:lnTo>
                    <a:pt x="40" y="2574"/>
                  </a:lnTo>
                  <a:lnTo>
                    <a:pt x="64" y="2518"/>
                  </a:lnTo>
                  <a:lnTo>
                    <a:pt x="96" y="2452"/>
                  </a:lnTo>
                  <a:lnTo>
                    <a:pt x="136" y="2378"/>
                  </a:lnTo>
                  <a:lnTo>
                    <a:pt x="184" y="2294"/>
                  </a:lnTo>
                  <a:lnTo>
                    <a:pt x="242" y="2204"/>
                  </a:lnTo>
                  <a:lnTo>
                    <a:pt x="274" y="2156"/>
                  </a:lnTo>
                  <a:lnTo>
                    <a:pt x="310" y="2106"/>
                  </a:lnTo>
                  <a:lnTo>
                    <a:pt x="348" y="2056"/>
                  </a:lnTo>
                  <a:lnTo>
                    <a:pt x="388" y="2002"/>
                  </a:lnTo>
                  <a:lnTo>
                    <a:pt x="432" y="1950"/>
                  </a:lnTo>
                  <a:lnTo>
                    <a:pt x="478" y="1894"/>
                  </a:lnTo>
                  <a:lnTo>
                    <a:pt x="528" y="1840"/>
                  </a:lnTo>
                  <a:lnTo>
                    <a:pt x="580" y="1782"/>
                  </a:lnTo>
                  <a:lnTo>
                    <a:pt x="636" y="1726"/>
                  </a:lnTo>
                  <a:lnTo>
                    <a:pt x="694" y="1668"/>
                  </a:lnTo>
                  <a:lnTo>
                    <a:pt x="756" y="1608"/>
                  </a:lnTo>
                  <a:lnTo>
                    <a:pt x="822" y="1550"/>
                  </a:lnTo>
                  <a:lnTo>
                    <a:pt x="892" y="1490"/>
                  </a:lnTo>
                  <a:lnTo>
                    <a:pt x="964" y="1430"/>
                  </a:lnTo>
                  <a:lnTo>
                    <a:pt x="1040" y="1370"/>
                  </a:lnTo>
                  <a:lnTo>
                    <a:pt x="1120" y="1310"/>
                  </a:lnTo>
                  <a:lnTo>
                    <a:pt x="1204" y="1250"/>
                  </a:lnTo>
                  <a:lnTo>
                    <a:pt x="1292" y="1190"/>
                  </a:lnTo>
                  <a:lnTo>
                    <a:pt x="1384" y="1130"/>
                  </a:lnTo>
                  <a:lnTo>
                    <a:pt x="1480" y="1070"/>
                  </a:lnTo>
                  <a:lnTo>
                    <a:pt x="1580" y="1012"/>
                  </a:lnTo>
                  <a:lnTo>
                    <a:pt x="1684" y="954"/>
                  </a:lnTo>
                  <a:lnTo>
                    <a:pt x="1794" y="896"/>
                  </a:lnTo>
                  <a:lnTo>
                    <a:pt x="1906" y="840"/>
                  </a:lnTo>
                  <a:lnTo>
                    <a:pt x="2024" y="784"/>
                  </a:lnTo>
                  <a:lnTo>
                    <a:pt x="2146" y="728"/>
                  </a:lnTo>
                  <a:lnTo>
                    <a:pt x="2274" y="674"/>
                  </a:lnTo>
                  <a:lnTo>
                    <a:pt x="2406" y="622"/>
                  </a:lnTo>
                  <a:lnTo>
                    <a:pt x="2542" y="570"/>
                  </a:lnTo>
                  <a:lnTo>
                    <a:pt x="2684" y="520"/>
                  </a:lnTo>
                  <a:lnTo>
                    <a:pt x="2830" y="472"/>
                  </a:lnTo>
                  <a:lnTo>
                    <a:pt x="2982" y="426"/>
                  </a:lnTo>
                  <a:lnTo>
                    <a:pt x="3140" y="380"/>
                  </a:lnTo>
                  <a:lnTo>
                    <a:pt x="3302" y="336"/>
                  </a:lnTo>
                  <a:lnTo>
                    <a:pt x="3468" y="296"/>
                  </a:lnTo>
                  <a:lnTo>
                    <a:pt x="3642" y="256"/>
                  </a:lnTo>
                  <a:lnTo>
                    <a:pt x="3820" y="220"/>
                  </a:lnTo>
                  <a:lnTo>
                    <a:pt x="4004" y="184"/>
                  </a:lnTo>
                  <a:lnTo>
                    <a:pt x="4194" y="152"/>
                  </a:lnTo>
                  <a:lnTo>
                    <a:pt x="4390" y="122"/>
                  </a:lnTo>
                  <a:lnTo>
                    <a:pt x="4590" y="94"/>
                  </a:lnTo>
                  <a:lnTo>
                    <a:pt x="4798" y="70"/>
                  </a:lnTo>
                  <a:lnTo>
                    <a:pt x="5012" y="48"/>
                  </a:lnTo>
                  <a:lnTo>
                    <a:pt x="5230" y="30"/>
                  </a:lnTo>
                  <a:lnTo>
                    <a:pt x="5456" y="14"/>
                  </a:lnTo>
                  <a:lnTo>
                    <a:pt x="5688" y="0"/>
                  </a:lnTo>
                  <a:moveTo>
                    <a:pt x="5688" y="0"/>
                  </a:moveTo>
                  <a:lnTo>
                    <a:pt x="5688" y="0"/>
                  </a:lnTo>
                </a:path>
              </a:pathLst>
            </a:custGeom>
            <a:solidFill>
              <a:schemeClr val="accent1">
                <a:lumMod val="60000"/>
                <a:lumOff val="40000"/>
                <a:alpha val="49000"/>
              </a:schemeClr>
            </a:solidFill>
            <a:ln w="9525">
              <a:noFill/>
              <a:round/>
            </a:ln>
          </p:spPr>
          <p:txBody>
            <a:bodyPr anchor="ctr"/>
            <a:p>
              <a:pPr lvl="0" algn="ctr">
                <a:defRPr lang="ko-KR" altLang="en-US"/>
              </a:pPr>
              <a:endParaRPr lang="en-US" altLang="ko-KR"/>
            </a:p>
          </p:txBody>
        </p:sp>
      </p:grpSp>
      <p:grpSp>
        <p:nvGrpSpPr>
          <p:cNvPr id="8" name=""/>
          <p:cNvGrpSpPr/>
          <p:nvPr/>
        </p:nvGrpSpPr>
        <p:grpSpPr>
          <a:xfrm rot="0">
            <a:off x="0" y="4191000"/>
            <a:ext cx="4571999" cy="2667000"/>
            <a:chOff x="0" y="4191000"/>
            <a:chExt cx="3429000" cy="2667000"/>
          </a:xfrm>
        </p:grpSpPr>
        <p:sp>
          <p:nvSpPr>
            <p:cNvPr id="24" name=""/>
            <p:cNvSpPr>
              <a:spLocks noEditPoints="1"/>
            </p:cNvSpPr>
            <p:nvPr/>
          </p:nvSpPr>
          <p:spPr>
            <a:xfrm rot="10800000" flipH="1">
              <a:off x="0" y="5557344"/>
              <a:ext cx="3429000" cy="1300655"/>
            </a:xfrm>
            <a:custGeom>
              <a:avLst/>
              <a:gdLst/>
              <a:cxnLst>
                <a:cxn ang="0">
                  <a:pos x="8" y="0"/>
                </a:cxn>
                <a:cxn ang="0">
                  <a:pos x="0" y="3710"/>
                </a:cxn>
                <a:cxn ang="0">
                  <a:pos x="22" y="3628"/>
                </a:cxn>
                <a:cxn ang="0">
                  <a:pos x="64" y="3488"/>
                </a:cxn>
                <a:cxn ang="0">
                  <a:pos x="136" y="3294"/>
                </a:cxn>
                <a:cxn ang="0">
                  <a:pos x="212" y="3116"/>
                </a:cxn>
                <a:cxn ang="0">
                  <a:pos x="274" y="2986"/>
                </a:cxn>
                <a:cxn ang="0">
                  <a:pos x="348" y="2846"/>
                </a:cxn>
                <a:cxn ang="0">
                  <a:pos x="432" y="2700"/>
                </a:cxn>
                <a:cxn ang="0">
                  <a:pos x="528" y="2548"/>
                </a:cxn>
                <a:cxn ang="0">
                  <a:pos x="636" y="2390"/>
                </a:cxn>
                <a:cxn ang="0">
                  <a:pos x="756" y="2228"/>
                </a:cxn>
                <a:cxn ang="0">
                  <a:pos x="892" y="2064"/>
                </a:cxn>
                <a:cxn ang="0">
                  <a:pos x="1040" y="1898"/>
                </a:cxn>
                <a:cxn ang="0">
                  <a:pos x="1204" y="1730"/>
                </a:cxn>
                <a:cxn ang="0">
                  <a:pos x="1384" y="1566"/>
                </a:cxn>
                <a:cxn ang="0">
                  <a:pos x="1580" y="1402"/>
                </a:cxn>
                <a:cxn ang="0">
                  <a:pos x="1794" y="1240"/>
                </a:cxn>
                <a:cxn ang="0">
                  <a:pos x="2024" y="1084"/>
                </a:cxn>
                <a:cxn ang="0">
                  <a:pos x="2274" y="934"/>
                </a:cxn>
                <a:cxn ang="0">
                  <a:pos x="2542" y="790"/>
                </a:cxn>
                <a:cxn ang="0">
                  <a:pos x="2830" y="654"/>
                </a:cxn>
                <a:cxn ang="0">
                  <a:pos x="3140" y="526"/>
                </a:cxn>
                <a:cxn ang="0">
                  <a:pos x="3468" y="410"/>
                </a:cxn>
                <a:cxn ang="0">
                  <a:pos x="3820" y="304"/>
                </a:cxn>
                <a:cxn ang="0">
                  <a:pos x="4194" y="210"/>
                </a:cxn>
                <a:cxn ang="0">
                  <a:pos x="4590" y="132"/>
                </a:cxn>
                <a:cxn ang="0">
                  <a:pos x="5012" y="66"/>
                </a:cxn>
                <a:cxn ang="0">
                  <a:pos x="5230" y="40"/>
                </a:cxn>
                <a:cxn ang="0">
                  <a:pos x="5456" y="18"/>
                </a:cxn>
                <a:cxn ang="0">
                  <a:pos x="5688" y="0"/>
                </a:cxn>
                <a:cxn ang="0">
                  <a:pos x="5688" y="0"/>
                </a:cxn>
              </a:cxnLst>
              <a:rect l="0" t="0" r="r" b="b"/>
              <a:pathLst>
                <a:path w="5688" h="3710">
                  <a:moveTo>
                    <a:pt x="5688" y="0"/>
                  </a:moveTo>
                  <a:lnTo>
                    <a:pt x="8" y="0"/>
                  </a:lnTo>
                  <a:lnTo>
                    <a:pt x="0" y="3710"/>
                  </a:lnTo>
                  <a:lnTo>
                    <a:pt x="0" y="3710"/>
                  </a:lnTo>
                  <a:lnTo>
                    <a:pt x="10" y="3672"/>
                  </a:lnTo>
                  <a:lnTo>
                    <a:pt x="22" y="3628"/>
                  </a:lnTo>
                  <a:lnTo>
                    <a:pt x="40" y="3566"/>
                  </a:lnTo>
                  <a:lnTo>
                    <a:pt x="64" y="3488"/>
                  </a:lnTo>
                  <a:lnTo>
                    <a:pt x="96" y="3396"/>
                  </a:lnTo>
                  <a:lnTo>
                    <a:pt x="136" y="3294"/>
                  </a:lnTo>
                  <a:lnTo>
                    <a:pt x="184" y="3178"/>
                  </a:lnTo>
                  <a:lnTo>
                    <a:pt x="212" y="3116"/>
                  </a:lnTo>
                  <a:lnTo>
                    <a:pt x="242" y="3052"/>
                  </a:lnTo>
                  <a:lnTo>
                    <a:pt x="274" y="2986"/>
                  </a:lnTo>
                  <a:lnTo>
                    <a:pt x="310" y="2918"/>
                  </a:lnTo>
                  <a:lnTo>
                    <a:pt x="348" y="2846"/>
                  </a:lnTo>
                  <a:lnTo>
                    <a:pt x="388" y="2774"/>
                  </a:lnTo>
                  <a:lnTo>
                    <a:pt x="432" y="2700"/>
                  </a:lnTo>
                  <a:lnTo>
                    <a:pt x="478" y="2624"/>
                  </a:lnTo>
                  <a:lnTo>
                    <a:pt x="528" y="2548"/>
                  </a:lnTo>
                  <a:lnTo>
                    <a:pt x="580" y="2470"/>
                  </a:lnTo>
                  <a:lnTo>
                    <a:pt x="636" y="2390"/>
                  </a:lnTo>
                  <a:lnTo>
                    <a:pt x="694" y="2310"/>
                  </a:lnTo>
                  <a:lnTo>
                    <a:pt x="756" y="2228"/>
                  </a:lnTo>
                  <a:lnTo>
                    <a:pt x="822" y="2146"/>
                  </a:lnTo>
                  <a:lnTo>
                    <a:pt x="892" y="2064"/>
                  </a:lnTo>
                  <a:lnTo>
                    <a:pt x="964" y="1980"/>
                  </a:lnTo>
                  <a:lnTo>
                    <a:pt x="1040" y="1898"/>
                  </a:lnTo>
                  <a:lnTo>
                    <a:pt x="1120" y="1814"/>
                  </a:lnTo>
                  <a:lnTo>
                    <a:pt x="1204" y="1730"/>
                  </a:lnTo>
                  <a:lnTo>
                    <a:pt x="1292" y="1648"/>
                  </a:lnTo>
                  <a:lnTo>
                    <a:pt x="1384" y="1566"/>
                  </a:lnTo>
                  <a:lnTo>
                    <a:pt x="1480" y="1482"/>
                  </a:lnTo>
                  <a:lnTo>
                    <a:pt x="1580" y="1402"/>
                  </a:lnTo>
                  <a:lnTo>
                    <a:pt x="1684" y="1320"/>
                  </a:lnTo>
                  <a:lnTo>
                    <a:pt x="1794" y="1240"/>
                  </a:lnTo>
                  <a:lnTo>
                    <a:pt x="1906" y="1162"/>
                  </a:lnTo>
                  <a:lnTo>
                    <a:pt x="2024" y="1084"/>
                  </a:lnTo>
                  <a:lnTo>
                    <a:pt x="2146" y="1008"/>
                  </a:lnTo>
                  <a:lnTo>
                    <a:pt x="2274" y="934"/>
                  </a:lnTo>
                  <a:lnTo>
                    <a:pt x="2406" y="860"/>
                  </a:lnTo>
                  <a:lnTo>
                    <a:pt x="2542" y="790"/>
                  </a:lnTo>
                  <a:lnTo>
                    <a:pt x="2684" y="720"/>
                  </a:lnTo>
                  <a:lnTo>
                    <a:pt x="2830" y="654"/>
                  </a:lnTo>
                  <a:lnTo>
                    <a:pt x="2982" y="588"/>
                  </a:lnTo>
                  <a:lnTo>
                    <a:pt x="3140" y="526"/>
                  </a:lnTo>
                  <a:lnTo>
                    <a:pt x="3302" y="466"/>
                  </a:lnTo>
                  <a:lnTo>
                    <a:pt x="3468" y="410"/>
                  </a:lnTo>
                  <a:lnTo>
                    <a:pt x="3642" y="354"/>
                  </a:lnTo>
                  <a:lnTo>
                    <a:pt x="3820" y="304"/>
                  </a:lnTo>
                  <a:lnTo>
                    <a:pt x="4004" y="256"/>
                  </a:lnTo>
                  <a:lnTo>
                    <a:pt x="4194" y="210"/>
                  </a:lnTo>
                  <a:lnTo>
                    <a:pt x="4390" y="170"/>
                  </a:lnTo>
                  <a:lnTo>
                    <a:pt x="4590" y="132"/>
                  </a:lnTo>
                  <a:lnTo>
                    <a:pt x="4798" y="98"/>
                  </a:lnTo>
                  <a:lnTo>
                    <a:pt x="5012" y="66"/>
                  </a:lnTo>
                  <a:lnTo>
                    <a:pt x="5120" y="54"/>
                  </a:lnTo>
                  <a:lnTo>
                    <a:pt x="5230" y="40"/>
                  </a:lnTo>
                  <a:lnTo>
                    <a:pt x="5344" y="28"/>
                  </a:lnTo>
                  <a:lnTo>
                    <a:pt x="5456" y="18"/>
                  </a:lnTo>
                  <a:lnTo>
                    <a:pt x="5572" y="8"/>
                  </a:lnTo>
                  <a:lnTo>
                    <a:pt x="5688" y="0"/>
                  </a:lnTo>
                  <a:moveTo>
                    <a:pt x="5688" y="0"/>
                  </a:moveTo>
                  <a:lnTo>
                    <a:pt x="5688" y="0"/>
                  </a:lnTo>
                </a:path>
              </a:pathLst>
            </a:custGeom>
            <a:solidFill>
              <a:schemeClr val="tx2">
                <a:lumMod val="75000"/>
                <a:alpha val="20000"/>
              </a:schemeClr>
            </a:solidFill>
            <a:ln w="9525">
              <a:noFill/>
              <a:round/>
            </a:ln>
          </p:spPr>
          <p:txBody>
            <a:bodyPr anchor="ctr"/>
            <a:p>
              <a:pPr lvl="0" algn="ctr">
                <a:defRPr lang="ko-KR" altLang="en-US"/>
              </a:pPr>
              <a:endParaRPr lang="en-US" altLang="ko-KR"/>
            </a:p>
          </p:txBody>
        </p:sp>
        <p:sp>
          <p:nvSpPr>
            <p:cNvPr id="25" name=""/>
            <p:cNvSpPr>
              <a:spLocks noEditPoints="1"/>
            </p:cNvSpPr>
            <p:nvPr/>
          </p:nvSpPr>
          <p:spPr>
            <a:xfrm rot="16200000">
              <a:off x="-827689" y="5018689"/>
              <a:ext cx="2667000" cy="1011621"/>
            </a:xfrm>
            <a:custGeom>
              <a:avLst/>
              <a:gdLst/>
              <a:cxnLst>
                <a:cxn ang="0">
                  <a:pos x="8" y="0"/>
                </a:cxn>
                <a:cxn ang="0">
                  <a:pos x="0" y="3710"/>
                </a:cxn>
                <a:cxn ang="0">
                  <a:pos x="22" y="3628"/>
                </a:cxn>
                <a:cxn ang="0">
                  <a:pos x="64" y="3488"/>
                </a:cxn>
                <a:cxn ang="0">
                  <a:pos x="136" y="3294"/>
                </a:cxn>
                <a:cxn ang="0">
                  <a:pos x="212" y="3116"/>
                </a:cxn>
                <a:cxn ang="0">
                  <a:pos x="274" y="2986"/>
                </a:cxn>
                <a:cxn ang="0">
                  <a:pos x="348" y="2846"/>
                </a:cxn>
                <a:cxn ang="0">
                  <a:pos x="432" y="2700"/>
                </a:cxn>
                <a:cxn ang="0">
                  <a:pos x="528" y="2548"/>
                </a:cxn>
                <a:cxn ang="0">
                  <a:pos x="636" y="2390"/>
                </a:cxn>
                <a:cxn ang="0">
                  <a:pos x="756" y="2228"/>
                </a:cxn>
                <a:cxn ang="0">
                  <a:pos x="892" y="2064"/>
                </a:cxn>
                <a:cxn ang="0">
                  <a:pos x="1040" y="1898"/>
                </a:cxn>
                <a:cxn ang="0">
                  <a:pos x="1204" y="1730"/>
                </a:cxn>
                <a:cxn ang="0">
                  <a:pos x="1384" y="1566"/>
                </a:cxn>
                <a:cxn ang="0">
                  <a:pos x="1580" y="1402"/>
                </a:cxn>
                <a:cxn ang="0">
                  <a:pos x="1794" y="1240"/>
                </a:cxn>
                <a:cxn ang="0">
                  <a:pos x="2024" y="1084"/>
                </a:cxn>
                <a:cxn ang="0">
                  <a:pos x="2274" y="934"/>
                </a:cxn>
                <a:cxn ang="0">
                  <a:pos x="2542" y="790"/>
                </a:cxn>
                <a:cxn ang="0">
                  <a:pos x="2830" y="654"/>
                </a:cxn>
                <a:cxn ang="0">
                  <a:pos x="3140" y="526"/>
                </a:cxn>
                <a:cxn ang="0">
                  <a:pos x="3468" y="410"/>
                </a:cxn>
                <a:cxn ang="0">
                  <a:pos x="3820" y="304"/>
                </a:cxn>
                <a:cxn ang="0">
                  <a:pos x="4194" y="210"/>
                </a:cxn>
                <a:cxn ang="0">
                  <a:pos x="4590" y="132"/>
                </a:cxn>
                <a:cxn ang="0">
                  <a:pos x="5012" y="66"/>
                </a:cxn>
                <a:cxn ang="0">
                  <a:pos x="5230" y="40"/>
                </a:cxn>
                <a:cxn ang="0">
                  <a:pos x="5456" y="18"/>
                </a:cxn>
                <a:cxn ang="0">
                  <a:pos x="5688" y="0"/>
                </a:cxn>
                <a:cxn ang="0">
                  <a:pos x="5688" y="0"/>
                </a:cxn>
              </a:cxnLst>
              <a:rect l="0" t="0" r="r" b="b"/>
              <a:pathLst>
                <a:path w="5688" h="3710">
                  <a:moveTo>
                    <a:pt x="5688" y="0"/>
                  </a:moveTo>
                  <a:lnTo>
                    <a:pt x="8" y="0"/>
                  </a:lnTo>
                  <a:lnTo>
                    <a:pt x="0" y="3710"/>
                  </a:lnTo>
                  <a:lnTo>
                    <a:pt x="0" y="3710"/>
                  </a:lnTo>
                  <a:lnTo>
                    <a:pt x="10" y="3672"/>
                  </a:lnTo>
                  <a:lnTo>
                    <a:pt x="22" y="3628"/>
                  </a:lnTo>
                  <a:lnTo>
                    <a:pt x="40" y="3566"/>
                  </a:lnTo>
                  <a:lnTo>
                    <a:pt x="64" y="3488"/>
                  </a:lnTo>
                  <a:lnTo>
                    <a:pt x="96" y="3396"/>
                  </a:lnTo>
                  <a:lnTo>
                    <a:pt x="136" y="3294"/>
                  </a:lnTo>
                  <a:lnTo>
                    <a:pt x="184" y="3178"/>
                  </a:lnTo>
                  <a:lnTo>
                    <a:pt x="212" y="3116"/>
                  </a:lnTo>
                  <a:lnTo>
                    <a:pt x="242" y="3052"/>
                  </a:lnTo>
                  <a:lnTo>
                    <a:pt x="274" y="2986"/>
                  </a:lnTo>
                  <a:lnTo>
                    <a:pt x="310" y="2918"/>
                  </a:lnTo>
                  <a:lnTo>
                    <a:pt x="348" y="2846"/>
                  </a:lnTo>
                  <a:lnTo>
                    <a:pt x="388" y="2774"/>
                  </a:lnTo>
                  <a:lnTo>
                    <a:pt x="432" y="2700"/>
                  </a:lnTo>
                  <a:lnTo>
                    <a:pt x="478" y="2624"/>
                  </a:lnTo>
                  <a:lnTo>
                    <a:pt x="528" y="2548"/>
                  </a:lnTo>
                  <a:lnTo>
                    <a:pt x="580" y="2470"/>
                  </a:lnTo>
                  <a:lnTo>
                    <a:pt x="636" y="2390"/>
                  </a:lnTo>
                  <a:lnTo>
                    <a:pt x="694" y="2310"/>
                  </a:lnTo>
                  <a:lnTo>
                    <a:pt x="756" y="2228"/>
                  </a:lnTo>
                  <a:lnTo>
                    <a:pt x="822" y="2146"/>
                  </a:lnTo>
                  <a:lnTo>
                    <a:pt x="892" y="2064"/>
                  </a:lnTo>
                  <a:lnTo>
                    <a:pt x="964" y="1980"/>
                  </a:lnTo>
                  <a:lnTo>
                    <a:pt x="1040" y="1898"/>
                  </a:lnTo>
                  <a:lnTo>
                    <a:pt x="1120" y="1814"/>
                  </a:lnTo>
                  <a:lnTo>
                    <a:pt x="1204" y="1730"/>
                  </a:lnTo>
                  <a:lnTo>
                    <a:pt x="1292" y="1648"/>
                  </a:lnTo>
                  <a:lnTo>
                    <a:pt x="1384" y="1566"/>
                  </a:lnTo>
                  <a:lnTo>
                    <a:pt x="1480" y="1482"/>
                  </a:lnTo>
                  <a:lnTo>
                    <a:pt x="1580" y="1402"/>
                  </a:lnTo>
                  <a:lnTo>
                    <a:pt x="1684" y="1320"/>
                  </a:lnTo>
                  <a:lnTo>
                    <a:pt x="1794" y="1240"/>
                  </a:lnTo>
                  <a:lnTo>
                    <a:pt x="1906" y="1162"/>
                  </a:lnTo>
                  <a:lnTo>
                    <a:pt x="2024" y="1084"/>
                  </a:lnTo>
                  <a:lnTo>
                    <a:pt x="2146" y="1008"/>
                  </a:lnTo>
                  <a:lnTo>
                    <a:pt x="2274" y="934"/>
                  </a:lnTo>
                  <a:lnTo>
                    <a:pt x="2406" y="860"/>
                  </a:lnTo>
                  <a:lnTo>
                    <a:pt x="2542" y="790"/>
                  </a:lnTo>
                  <a:lnTo>
                    <a:pt x="2684" y="720"/>
                  </a:lnTo>
                  <a:lnTo>
                    <a:pt x="2830" y="654"/>
                  </a:lnTo>
                  <a:lnTo>
                    <a:pt x="2982" y="588"/>
                  </a:lnTo>
                  <a:lnTo>
                    <a:pt x="3140" y="526"/>
                  </a:lnTo>
                  <a:lnTo>
                    <a:pt x="3302" y="466"/>
                  </a:lnTo>
                  <a:lnTo>
                    <a:pt x="3468" y="410"/>
                  </a:lnTo>
                  <a:lnTo>
                    <a:pt x="3642" y="354"/>
                  </a:lnTo>
                  <a:lnTo>
                    <a:pt x="3820" y="304"/>
                  </a:lnTo>
                  <a:lnTo>
                    <a:pt x="4004" y="256"/>
                  </a:lnTo>
                  <a:lnTo>
                    <a:pt x="4194" y="210"/>
                  </a:lnTo>
                  <a:lnTo>
                    <a:pt x="4390" y="170"/>
                  </a:lnTo>
                  <a:lnTo>
                    <a:pt x="4590" y="132"/>
                  </a:lnTo>
                  <a:lnTo>
                    <a:pt x="4798" y="98"/>
                  </a:lnTo>
                  <a:lnTo>
                    <a:pt x="5012" y="66"/>
                  </a:lnTo>
                  <a:lnTo>
                    <a:pt x="5120" y="54"/>
                  </a:lnTo>
                  <a:lnTo>
                    <a:pt x="5230" y="40"/>
                  </a:lnTo>
                  <a:lnTo>
                    <a:pt x="5344" y="28"/>
                  </a:lnTo>
                  <a:lnTo>
                    <a:pt x="5456" y="18"/>
                  </a:lnTo>
                  <a:lnTo>
                    <a:pt x="5572" y="8"/>
                  </a:lnTo>
                  <a:lnTo>
                    <a:pt x="5688" y="0"/>
                  </a:lnTo>
                  <a:moveTo>
                    <a:pt x="5688" y="0"/>
                  </a:moveTo>
                  <a:lnTo>
                    <a:pt x="5688" y="0"/>
                  </a:lnTo>
                </a:path>
              </a:pathLst>
            </a:custGeom>
            <a:solidFill>
              <a:schemeClr val="accent2">
                <a:lumMod val="50000"/>
                <a:alpha val="20000"/>
              </a:schemeClr>
            </a:solidFill>
            <a:ln w="9525">
              <a:noFill/>
              <a:round/>
            </a:ln>
          </p:spPr>
          <p:txBody>
            <a:bodyPr anchor="ctr"/>
            <a:p>
              <a:pPr lvl="0" algn="ctr">
                <a:defRPr lang="ko-KR" altLang="en-US"/>
              </a:pPr>
              <a:endParaRPr lang="en-US" altLang="ko-KR"/>
            </a:p>
          </p:txBody>
        </p:sp>
      </p:grpSp>
      <p:sp>
        <p:nvSpPr>
          <p:cNvPr id="2" name=""/>
          <p:cNvSpPr>
            <a:spLocks noGrp="1"/>
          </p:cNvSpPr>
          <p:nvPr>
            <p:ph type="title" idx="0"/>
          </p:nvPr>
        </p:nvSpPr>
        <p:spPr>
          <a:xfrm>
            <a:off x="609599" y="304800"/>
            <a:ext cx="10972799" cy="923925"/>
          </a:xfrm>
          <a:prstGeom prst="rect">
            <a:avLst/>
          </a:prstGeom>
        </p:spPr>
        <p:txBody>
          <a:bodyPr vert="horz" lIns="91440" tIns="45720" rIns="91440" bIns="45720" anchor="ctr"/>
          <a:lstStyle/>
          <a:p>
            <a:pPr lvl="0">
              <a:defRPr lang="ko-KR" altLang="en-US"/>
            </a:pPr>
            <a:r>
              <a:rPr lang="ko-KR" altLang="en-US"/>
              <a:t>마스터 제목 스타일 편집</a:t>
            </a:r>
            <a:endParaRPr lang="ko-KR" altLang="en-US"/>
          </a:p>
        </p:txBody>
      </p:sp>
      <p:sp>
        <p:nvSpPr>
          <p:cNvPr id="3" name=""/>
          <p:cNvSpPr>
            <a:spLocks noGrp="1"/>
          </p:cNvSpPr>
          <p:nvPr>
            <p:ph type="body" idx="1"/>
          </p:nvPr>
        </p:nvSpPr>
        <p:spPr>
          <a:xfrm>
            <a:off x="609599" y="1357298"/>
            <a:ext cx="10972799" cy="4768865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  <a:endParaRPr lang="ko-KR" altLang="en-US"/>
          </a:p>
          <a:p>
            <a:pPr lvl="1">
              <a:defRPr lang="ko-KR" altLang="en-US"/>
            </a:pPr>
            <a:r>
              <a:rPr lang="ko-KR" altLang="en-US"/>
              <a:t>둘째 수준</a:t>
            </a:r>
            <a:endParaRPr lang="ko-KR" altLang="en-US"/>
          </a:p>
          <a:p>
            <a:pPr lvl="2">
              <a:defRPr lang="ko-KR" altLang="en-US"/>
            </a:pPr>
            <a:r>
              <a:rPr lang="ko-KR" altLang="en-US"/>
              <a:t>셋째 수준</a:t>
            </a:r>
            <a:endParaRPr lang="ko-KR" altLang="en-US"/>
          </a:p>
          <a:p>
            <a:pPr lvl="3">
              <a:defRPr lang="ko-KR" altLang="en-US"/>
            </a:pPr>
            <a:r>
              <a:rPr lang="ko-KR" altLang="en-US"/>
              <a:t>넷째 수준</a:t>
            </a:r>
            <a:endParaRPr lang="ko-KR" altLang="en-US"/>
          </a:p>
          <a:p>
            <a:pPr lvl="4">
              <a:defRPr lang="ko-KR" altLang="en-US"/>
            </a:pPr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4" name=""/>
          <p:cNvSpPr>
            <a:spLocks noGrp="1"/>
          </p:cNvSpPr>
          <p:nvPr>
            <p:ph type="dt" sz="half" idx="2"/>
          </p:nvPr>
        </p:nvSpPr>
        <p:spPr>
          <a:xfrm>
            <a:off x="6095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defRPr sz="1200"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pPr lvl="0">
              <a:defRPr lang="ko-KR" altLang="en-US"/>
            </a:pPr>
            <a:fld id="{8B7B2223-AEE7-4A0F-91FA-31D4584AC374}" type="datetime1">
              <a:rPr lang="ko-KR" altLang="en-US"/>
              <a:pPr lvl="0">
                <a:defRPr lang="ko-KR" altLang="en-US"/>
              </a:pPr>
              <a:t>2026-06-30</a:t>
            </a:fld>
            <a:endParaRPr lang="ko-KR" altLang="en-US"/>
          </a:p>
        </p:txBody>
      </p:sp>
      <p:sp>
        <p:nvSpPr>
          <p:cNvPr id="5" name=""/>
          <p:cNvSpPr>
            <a:spLocks noGrp="1"/>
          </p:cNvSpPr>
          <p:nvPr>
            <p:ph type="ftr" sz="quarter" idx="3"/>
          </p:nvPr>
        </p:nvSpPr>
        <p:spPr>
          <a:xfrm>
            <a:off x="4165599" y="6356350"/>
            <a:ext cx="386079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defRPr sz="1200"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pPr lvl="0">
              <a:defRPr lang="ko-KR" altLang="en-US"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6" name=""/>
          <p:cNvSpPr>
            <a:spLocks noGrp="1"/>
          </p:cNvSpPr>
          <p:nvPr>
            <p:ph type="sldNum" sz="quarter" idx="4"/>
          </p:nvPr>
        </p:nvSpPr>
        <p:spPr>
          <a:xfrm>
            <a:off x="87375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defRPr sz="1200"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pPr lvl="0">
              <a:defRPr lang="ko-KR" altLang="en-US"/>
            </a:pPr>
            <a:fld id="{7689D65B-B557-4199-BC6A-66D78FAB8C53}" type="slidenum">
              <a:rPr lang="ko-KR" altLang="en-US"/>
              <a:pPr lvl="0">
                <a:defRPr lang="ko-KR" altLang="en-US"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98884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  <p:sldLayoutId id="2147483712" r:id="rId12"/>
  </p:sldLayoutIdLst>
  <p:transition xmlns:mc="http://schemas.openxmlformats.org/markup-compatibility/2006" xmlns:hp="http://schemas.haansoft.com/office/presentation/8.0" mc:Ignorable="hp" hp:hslDur="500"/>
  <p:hf sldNum="0" hdr="0" ftr="0" dt="0"/>
  <p:txStyles>
    <p:titleStyle>
      <a:lvl1pPr algn="l" defTabSz="914400" rtl="0" eaLnBrk="1" latinLnBrk="1" hangingPunct="1">
        <a:spcBef>
          <a:spcPct val="0"/>
        </a:spcBef>
        <a:buNone/>
        <a:defRPr sz="3600" b="0" kern="1200">
          <a:solidFill>
            <a:schemeClr val="accent2">
              <a:lumMod val="75000"/>
            </a:schemeClr>
          </a:solidFill>
          <a:latin typeface="+mj-lt"/>
          <a:ea typeface="+mj-ea"/>
          <a:cs typeface="+mj-cs"/>
        </a:defRPr>
      </a:lvl1pPr>
    </p:titleStyle>
    <p:bodyStyle>
      <a:lvl1pPr marL="265113" indent="-265113" algn="l" defTabSz="914400" rtl="0" eaLnBrk="1" latinLnBrk="1" hangingPunct="1">
        <a:spcBef>
          <a:spcPct val="20000"/>
        </a:spcBef>
        <a:buClr>
          <a:schemeClr val="bg2">
            <a:lumMod val="25000"/>
          </a:schemeClr>
        </a:buClr>
        <a:buSzPct val="70000"/>
        <a:buFont typeface="Wingdings"/>
        <a:buChar char="¢"/>
        <a:defRPr sz="2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31825" indent="-174625" algn="l" defTabSz="914400" rtl="0" eaLnBrk="1" latinLnBrk="1" hangingPunct="1">
        <a:spcBef>
          <a:spcPct val="20000"/>
        </a:spcBef>
        <a:buClr>
          <a:schemeClr val="bg2">
            <a:lumMod val="50000"/>
          </a:schemeClr>
        </a:buClr>
        <a:buFont typeface="Wingdings"/>
        <a:buChar char="§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Clr>
          <a:schemeClr val="accent1"/>
        </a:buClr>
        <a:buFont typeface="Yoon 윤고딕 550_TT"/>
        <a:buChar char="-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Clr>
          <a:schemeClr val="tx1">
            <a:lumMod val="65000"/>
            <a:lumOff val="35000"/>
          </a:schemeClr>
        </a:buClr>
        <a:buFont typeface="Arial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Clr>
          <a:schemeClr val="tx1">
            <a:lumMod val="65000"/>
            <a:lumOff val="35000"/>
          </a:schemeClr>
        </a:buClr>
        <a:buFont typeface="Arial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425700" indent="-269875" algn="l" defTabSz="914400" rtl="0" eaLnBrk="1" latinLnBrk="1" hangingPunct="1">
        <a:spcBef>
          <a:spcPct val="20000"/>
        </a:spcBef>
        <a:buClr>
          <a:schemeClr val="tx1">
            <a:lumMod val="65000"/>
            <a:lumOff val="35000"/>
          </a:schemeClr>
        </a:buClr>
        <a:buSzPct val="80000"/>
        <a:buFont typeface="Arial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cs"/>
        </a:defRPr>
      </a:lvl6pPr>
      <a:lvl7pPr marL="2781300" indent="-269875" algn="l" defTabSz="914400" rtl="0" eaLnBrk="1" latinLnBrk="1" hangingPunct="1">
        <a:spcBef>
          <a:spcPct val="20000"/>
        </a:spcBef>
        <a:buClr>
          <a:schemeClr val="tx1">
            <a:lumMod val="65000"/>
            <a:lumOff val="35000"/>
          </a:schemeClr>
        </a:buClr>
        <a:buSzPct val="80000"/>
        <a:buFont typeface="Arial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cs"/>
        </a:defRPr>
      </a:lvl7pPr>
      <a:lvl8pPr marL="3138488" indent="-269875" algn="l" defTabSz="914400" rtl="0" eaLnBrk="1" latinLnBrk="1" hangingPunct="1">
        <a:spcBef>
          <a:spcPct val="20000"/>
        </a:spcBef>
        <a:buClr>
          <a:schemeClr val="tx1">
            <a:lumMod val="65000"/>
            <a:lumOff val="35000"/>
          </a:schemeClr>
        </a:buClr>
        <a:buSzPct val="80000"/>
        <a:buFont typeface="Arial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cs"/>
        </a:defRPr>
      </a:lvl8pPr>
      <a:lvl9pPr marL="3494088" indent="-269875" algn="l" defTabSz="914400" rtl="0" eaLnBrk="1" latinLnBrk="1" hangingPunct="1">
        <a:spcBef>
          <a:spcPct val="20000"/>
        </a:spcBef>
        <a:buClr>
          <a:schemeClr val="tx1">
            <a:lumMod val="65000"/>
            <a:lumOff val="35000"/>
          </a:schemeClr>
        </a:buClr>
        <a:buSzPct val="80000"/>
        <a:buFont typeface="Arial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.png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2.png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3.png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4.png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5.png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6.png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7.png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8.png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9.png"  /></Relationships>
</file>

<file path=ppt/slides/_rels/slide1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0.png"  /></Relationships>
</file>

<file path=ppt/slides/_rels/slide1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0.png"  /></Relationships>
</file>

<file path=ppt/slides/_rels/slide1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1.png"  /></Relationships>
</file>

<file path=ppt/slides/_rels/slide1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2.png"  /></Relationships>
</file>

<file path=ppt/slides/_rels/slide1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3.png"  /></Relationships>
</file>

<file path=ppt/slides/_rels/slide1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4.png"  /></Relationships>
</file>

<file path=ppt/slides/_rels/slide1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5.png"  /></Relationships>
</file>

<file path=ppt/slides/_rels/slide1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6.png"  /></Relationships>
</file>

<file path=ppt/slides/_rels/slide1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7.png"  /></Relationships>
</file>

<file path=ppt/slides/_rels/slide2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8.png"  /></Relationships>
</file>

<file path=ppt/slides/_rels/slide2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9.png"  /></Relationships>
</file>

<file path=ppt/slides/_rels/slide2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20.png"  /><Relationship Id="rId3" Type="http://schemas.openxmlformats.org/officeDocument/2006/relationships/image" Target="../media/image21.png"  /></Relationships>
</file>

<file path=ppt/slides/_rels/slide2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22.png"  /></Relationships>
</file>

<file path=ppt/slides/_rels/slide2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23.png"  /></Relationships>
</file>

<file path=ppt/slides/_rels/slide2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24.png"  /></Relationships>
</file>

<file path=ppt/slides/_rels/slide2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25.png"  /></Relationships>
</file>

<file path=ppt/slides/_rels/slide2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26.png"  /></Relationships>
</file>

<file path=ppt/slides/_rels/slide2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27.png"  /></Relationships>
</file>

<file path=ppt/slides/_rels/slide2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28.png"  /></Relationships>
</file>

<file path=ppt/slides/_rels/slide3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29.png"  /></Relationships>
</file>

<file path=ppt/slides/_rels/slide3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30.png"  /></Relationships>
</file>

<file path=ppt/slides/_rels/slide3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31.png"  /></Relationships>
</file>

<file path=ppt/slides/_rels/slide3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32.png"  /></Relationships>
</file>

<file path=ppt/slides/_rels/slide3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33.png"  /></Relationships>
</file>

<file path=ppt/slides/_rels/slide3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34.png"  /><Relationship Id="rId3" Type="http://schemas.openxmlformats.org/officeDocument/2006/relationships/image" Target="../media/image35.png"  /></Relationships>
</file>

<file path=ppt/slides/_rels/slide3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36.png"  /></Relationships>
</file>

<file path=ppt/slides/_rels/slide3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37.png"  /><Relationship Id="rId3" Type="http://schemas.openxmlformats.org/officeDocument/2006/relationships/image" Target="../media/image38.png"  /></Relationships>
</file>

<file path=ppt/slides/_rels/slide3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39.png"  /></Relationships>
</file>

<file path=ppt/slides/_rels/slide3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40.png"  /></Relationships>
</file>

<file path=ppt/slides/_rels/slide4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41.png"  /><Relationship Id="rId3" Type="http://schemas.openxmlformats.org/officeDocument/2006/relationships/image" Target="../media/image42.png"  /><Relationship Id="rId4" Type="http://schemas.openxmlformats.org/officeDocument/2006/relationships/image" Target="../media/image43.png"  /></Relationships>
</file>

<file path=ppt/slides/_rels/slide4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44.png"  /><Relationship Id="rId3" Type="http://schemas.openxmlformats.org/officeDocument/2006/relationships/image" Target="../media/image45.png"  /></Relationships>
</file>

<file path=ppt/slides/_rels/slide4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46.png"  /></Relationships>
</file>

<file path=ppt/slides/_rels/slide4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47.png"  /></Relationships>
</file>

<file path=ppt/slides/_rels/slide4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48.png"  /></Relationships>
</file>

<file path=ppt/slides/_rels/slide4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49.png"  /><Relationship Id="rId3" Type="http://schemas.openxmlformats.org/officeDocument/2006/relationships/image" Target="../media/image50.png"  /></Relationships>
</file>

<file path=ppt/slides/_rels/slide4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51.png"  /><Relationship Id="rId3" Type="http://schemas.openxmlformats.org/officeDocument/2006/relationships/image" Target="../media/image52.png"  /></Relationships>
</file>

<file path=ppt/slides/_rels/slide4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53.png"  /></Relationships>
</file>

<file path=ppt/slides/_rels/slide4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54.png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609600" y="742803"/>
            <a:ext cx="10972799" cy="923925"/>
          </a:xfrm>
        </p:spPr>
        <p:txBody>
          <a:bodyPr/>
          <a:p>
            <a:pPr lvl="0">
              <a:defRPr/>
            </a:pPr>
            <a:r>
              <a:rPr lang="ko-KR" altLang="en-US" sz="8000">
                <a:latin typeface="나눔고딕 ExtraBold"/>
                <a:ea typeface="나눔고딕 ExtraBold"/>
              </a:rPr>
              <a:t>바이브 코딩</a:t>
            </a:r>
            <a:endParaRPr lang="ko-KR" altLang="en-US" sz="8000">
              <a:latin typeface="나눔고딕 ExtraBold"/>
              <a:ea typeface="나눔고딕 ExtraBold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600" y="3018731"/>
            <a:ext cx="10972799" cy="1130100"/>
          </a:xfrm>
        </p:spPr>
        <p:txBody>
          <a:bodyPr/>
          <a:p>
            <a:pPr marL="0" lvl="0" indent="0" algn="ctr">
              <a:buNone/>
              <a:defRPr/>
            </a:pPr>
            <a:r>
              <a:rPr lang="ko-KR" altLang="en-US" sz="4400">
                <a:latin typeface="나눔고딕 ExtraBold"/>
                <a:ea typeface="나눔고딕 ExtraBold"/>
              </a:rPr>
              <a:t>교사가 직접 설계하는 맞춤형 교실</a:t>
            </a:r>
            <a:endParaRPr lang="ko-KR" altLang="en-US" sz="4400">
              <a:latin typeface="나눔고딕 ExtraBold"/>
              <a:ea typeface="나눔고딕 ExtraBold"/>
            </a:endParaRPr>
          </a:p>
        </p:txBody>
      </p:sp>
    </p:spTree>
  </p:cSld>
  <p:clrMapOvr>
    <a:masterClrMapping/>
  </p:clrMapOvr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1"/>
          <p:cNvSpPr/>
          <p:nvPr/>
        </p:nvSpPr>
        <p:spPr>
          <a:xfrm>
            <a:off x="130969" y="0"/>
            <a:ext cx="10972798" cy="750093"/>
          </a:xfrm>
          <a:prstGeom prst="rect">
            <a:avLst/>
          </a:prstGeom>
        </p:spPr>
        <p:txBody>
          <a:bodyPr vert="horz" lIns="91440" tIns="45720" rIns="91440" bIns="45720" anchor="ctr"/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Antigravity IDE </a:t>
            </a:r>
            <a:r>
              <a: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설치</a:t>
            </a:r>
            <a:endPara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<a:solidFill>
                <a:schemeClr val="accent2">
                  <a:lumMod val="75000"/>
                </a:schemeClr>
              </a:solidFill>
              <a:latin typeface="나눔고딕 ExtraBold"/>
              <a:ea typeface="나눔고딕 ExtraBold"/>
            </a:endParaRPr>
          </a:p>
        </p:txBody>
      </p:sp>
      <p:sp>
        <p:nvSpPr>
          <p:cNvPr id="31" name="가로 글상자 30"/>
          <p:cNvSpPr txBox="1"/>
          <p:nvPr/>
        </p:nvSpPr>
        <p:spPr>
          <a:xfrm>
            <a:off x="449794" y="968133"/>
            <a:ext cx="9874249" cy="540863"/>
          </a:xfrm>
          <a:prstGeom prst="rect">
            <a:avLst/>
          </a:prstGeom>
        </p:spPr>
        <p:txBody>
          <a:bodyPr wrap="square">
            <a:spAutoFit/>
          </a:bodyPr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3000" b="0" i="0" u="sng" strike="noStrike" kern="1200" cap="none" spc="0" normalizeH="0" baseline="0" mc:Ignorable="hp" hp:hslEmbossed="0">
                <a:solidFill>
                  <a:srgbClr val="0000ff"/>
                </a:solidFill>
                <a:latin typeface="나눔고딕 ExtraBold"/>
                <a:ea typeface="나눔고딕 ExtraBold"/>
              </a:rPr>
              <a:t>https://antigravity.google/product/antigravity-ide</a:t>
            </a:r>
            <a:endParaRPr xmlns:mc="http://schemas.openxmlformats.org/markup-compatibility/2006" xmlns:hp="http://schemas.haansoft.com/office/presentation/8.0" kumimoji="0" lang="en-US" altLang="ko-KR" sz="3000" b="0" i="0" u="sng" strike="noStrike" kern="1200" cap="none" spc="0" normalizeH="0" baseline="0" mc:Ignorable="hp" hp:hslEmbossed="0">
              <a:solidFill>
                <a:srgbClr val="0000ff"/>
              </a:solidFill>
              <a:latin typeface="나눔고딕 ExtraBold"/>
              <a:ea typeface="나눔고딕 ExtraBold"/>
            </a:endParaRPr>
          </a:p>
        </p:txBody>
      </p:sp>
      <p:pic>
        <p:nvPicPr>
          <p:cNvPr id="34" name="그림 33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1908451"/>
            <a:ext cx="12192000" cy="4741708"/>
          </a:xfrm>
          <a:prstGeom prst="rect">
            <a:avLst/>
          </a:prstGeom>
        </p:spPr>
      </p:pic>
      <p:sp>
        <p:nvSpPr>
          <p:cNvPr id="35" name="모서리가 둥근 직사각형 34"/>
          <p:cNvSpPr/>
          <p:nvPr/>
        </p:nvSpPr>
        <p:spPr>
          <a:xfrm>
            <a:off x="130969" y="2370665"/>
            <a:ext cx="1915585" cy="449789"/>
          </a:xfrm>
          <a:prstGeom prst="roundRect">
            <a:avLst>
              <a:gd name="adj" fmla="val 16667"/>
            </a:avLst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36" name="사각형 설명선 35"/>
          <p:cNvSpPr/>
          <p:nvPr/>
        </p:nvSpPr>
        <p:spPr>
          <a:xfrm>
            <a:off x="2046554" y="1727036"/>
            <a:ext cx="1694998" cy="496418"/>
          </a:xfrm>
          <a:prstGeom prst="wedgeRectCallout">
            <a:avLst>
              <a:gd name="adj1" fmla="val -48481"/>
              <a:gd name="adj2" fmla="val 129052"/>
            </a:avLst>
          </a:prstGeom>
          <a:solidFill>
            <a:srgbClr val="ffd700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lnSpc>
                <a:spcPct val="80000"/>
              </a:lnSpc>
              <a:defRPr/>
            </a:pPr>
            <a:r>
              <a:rPr lang="ko-KR" altLang="en-US">
                <a:solidFill>
                  <a:srgbClr val="ff0000"/>
                </a:solidFill>
                <a:latin typeface="나눔고딕 ExtraBold"/>
                <a:ea typeface="나눔고딕 ExtraBold"/>
              </a:rPr>
              <a:t>확인</a:t>
            </a:r>
            <a:endParaRPr lang="ko-KR" altLang="en-US">
              <a:solidFill>
                <a:srgbClr val="ff0000"/>
              </a:solidFill>
              <a:latin typeface="나눔고딕 ExtraBold"/>
              <a:ea typeface="나눔고딕 ExtraBold"/>
            </a:endParaRPr>
          </a:p>
        </p:txBody>
      </p:sp>
      <p:sp>
        <p:nvSpPr>
          <p:cNvPr id="37" name="모서리가 둥근 직사각형 36"/>
          <p:cNvSpPr/>
          <p:nvPr/>
        </p:nvSpPr>
        <p:spPr>
          <a:xfrm>
            <a:off x="4045743" y="2979210"/>
            <a:ext cx="3899960" cy="1418164"/>
          </a:xfrm>
          <a:prstGeom prst="roundRect">
            <a:avLst>
              <a:gd name="adj" fmla="val 16667"/>
            </a:avLst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38" name="사각형 설명선 37"/>
          <p:cNvSpPr/>
          <p:nvPr/>
        </p:nvSpPr>
        <p:spPr>
          <a:xfrm>
            <a:off x="7786953" y="4895687"/>
            <a:ext cx="1694998" cy="496418"/>
          </a:xfrm>
          <a:prstGeom prst="wedgeRectCallout">
            <a:avLst>
              <a:gd name="adj1" fmla="val -48992"/>
              <a:gd name="adj2" fmla="val -145395"/>
            </a:avLst>
          </a:prstGeom>
          <a:solidFill>
            <a:srgbClr val="ffd700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lnSpc>
                <a:spcPct val="80000"/>
              </a:lnSpc>
              <a:defRPr/>
            </a:pPr>
            <a:r>
              <a:rPr lang="ko-KR" altLang="en-US">
                <a:solidFill>
                  <a:srgbClr val="ff0000"/>
                </a:solidFill>
                <a:latin typeface="나눔고딕 ExtraBold"/>
                <a:ea typeface="나눔고딕 ExtraBold"/>
              </a:rPr>
              <a:t>다운로드</a:t>
            </a:r>
            <a:endParaRPr lang="ko-KR" altLang="en-US">
              <a:solidFill>
                <a:srgbClr val="ff0000"/>
              </a:solidFill>
              <a:latin typeface="나눔고딕 ExtraBold"/>
              <a:ea typeface="나눔고딕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1810110303"/>
      </p:ext>
    </p:extLst>
  </p:cSld>
  <p:clrMapOvr>
    <a:masterClrMapping/>
  </p:clrMapOvr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1"/>
          <p:cNvSpPr/>
          <p:nvPr/>
        </p:nvSpPr>
        <p:spPr>
          <a:xfrm>
            <a:off x="130969" y="0"/>
            <a:ext cx="10972798" cy="750093"/>
          </a:xfrm>
          <a:prstGeom prst="rect">
            <a:avLst/>
          </a:prstGeom>
        </p:spPr>
        <p:txBody>
          <a:bodyPr vert="horz" lIns="91440" tIns="45720" rIns="91440" bIns="45720" anchor="ctr"/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Antigravity IDE </a:t>
            </a:r>
            <a:r>
              <a: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설치</a:t>
            </a:r>
            <a:endPara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<a:solidFill>
                <a:schemeClr val="accent2">
                  <a:lumMod val="75000"/>
                </a:schemeClr>
              </a:solidFill>
              <a:latin typeface="나눔고딕 ExtraBold"/>
              <a:ea typeface="나눔고딕 ExtraBold"/>
            </a:endParaRPr>
          </a:p>
        </p:txBody>
      </p:sp>
      <p:pic>
        <p:nvPicPr>
          <p:cNvPr id="34" name="그림 33"/>
          <p:cNvPicPr>
            <a:picLocks noChangeAspect="1"/>
          </p:cNvPicPr>
          <p:nvPr/>
        </p:nvPicPr>
        <p:blipFill rotWithShape="1">
          <a:blip r:embed="rId2"/>
          <a:srcRect l="11280" r="8620"/>
          <a:stretch>
            <a:fillRect/>
          </a:stretch>
        </p:blipFill>
        <p:spPr>
          <a:xfrm>
            <a:off x="289459" y="1248631"/>
            <a:ext cx="11613080" cy="4688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6949254"/>
      </p:ext>
    </p:extLst>
  </p:cSld>
  <p:clrMapOvr>
    <a:masterClrMapping/>
  </p:clrMapOvr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1"/>
          <p:cNvSpPr/>
          <p:nvPr/>
        </p:nvSpPr>
        <p:spPr>
          <a:xfrm>
            <a:off x="130969" y="0"/>
            <a:ext cx="10972798" cy="750093"/>
          </a:xfrm>
          <a:prstGeom prst="rect">
            <a:avLst/>
          </a:prstGeom>
        </p:spPr>
        <p:txBody>
          <a:bodyPr vert="horz" lIns="91440" tIns="45720" rIns="91440" bIns="45720" anchor="ctr"/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Antigravity IDE </a:t>
            </a:r>
            <a:r>
              <a: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설치</a:t>
            </a:r>
            <a:endPara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<a:solidFill>
                <a:schemeClr val="accent2">
                  <a:lumMod val="75000"/>
                </a:schemeClr>
              </a:solidFill>
              <a:latin typeface="나눔고딕 ExtraBold"/>
              <a:ea typeface="나눔고딕 ExtraBold"/>
            </a:endParaRPr>
          </a:p>
        </p:txBody>
      </p:sp>
      <p:pic>
        <p:nvPicPr>
          <p:cNvPr id="35" name="그림 34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76730" y="1902099"/>
            <a:ext cx="11838540" cy="4294036"/>
          </a:xfrm>
          <a:prstGeom prst="rect">
            <a:avLst/>
          </a:prstGeom>
        </p:spPr>
      </p:pic>
      <p:sp>
        <p:nvSpPr>
          <p:cNvPr id="36" name="제목 1"/>
          <p:cNvSpPr/>
          <p:nvPr/>
        </p:nvSpPr>
        <p:spPr>
          <a:xfrm>
            <a:off x="609601" y="829733"/>
            <a:ext cx="10972798" cy="750093"/>
          </a:xfrm>
          <a:prstGeom prst="rect">
            <a:avLst/>
          </a:prstGeom>
        </p:spPr>
        <p:txBody>
          <a:bodyPr vert="horz" lIns="91440" tIns="45720" rIns="91440" bIns="45720" anchor="ctr"/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3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새로운 프로젝트 폴더 생성</a:t>
            </a:r>
            <a:endParaRPr xmlns:mc="http://schemas.openxmlformats.org/markup-compatibility/2006" xmlns:hp="http://schemas.haansoft.com/office/presentation/8.0" kumimoji="0" lang="ko-KR" altLang="en-US" sz="3000" b="0" i="0" u="none" strike="noStrike" kern="1200" cap="none" spc="0" normalizeH="0" baseline="0" mc:Ignorable="hp" hp:hslEmbossed="0">
              <a:solidFill>
                <a:schemeClr val="dk1"/>
              </a:solidFill>
              <a:latin typeface="나눔고딕 ExtraBold"/>
              <a:ea typeface="나눔고딕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4093066378"/>
      </p:ext>
    </p:extLst>
  </p:cSld>
  <p:clrMapOvr>
    <a:masterClrMapping/>
  </p:clrMapOvr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1"/>
          <p:cNvSpPr/>
          <p:nvPr/>
        </p:nvSpPr>
        <p:spPr>
          <a:xfrm>
            <a:off x="130969" y="0"/>
            <a:ext cx="10972798" cy="750093"/>
          </a:xfrm>
          <a:prstGeom prst="rect">
            <a:avLst/>
          </a:prstGeom>
        </p:spPr>
        <p:txBody>
          <a:bodyPr vert="horz" lIns="91440" tIns="45720" rIns="91440" bIns="45720" anchor="ctr"/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Antigravity -</a:t>
            </a:r>
            <a:r>
              <a: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Git </a:t>
            </a:r>
            <a:r>
              <a: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연계</a:t>
            </a:r>
            <a:endPara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<a:solidFill>
                <a:schemeClr val="accent2">
                  <a:lumMod val="75000"/>
                </a:schemeClr>
              </a:solidFill>
              <a:latin typeface="나눔고딕 ExtraBold"/>
              <a:ea typeface="나눔고딕 ExtraBold"/>
            </a:endParaRPr>
          </a:p>
        </p:txBody>
      </p:sp>
      <p:pic>
        <p:nvPicPr>
          <p:cNvPr id="34" name="그림 33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255098" y="1091240"/>
            <a:ext cx="11649023" cy="5199394"/>
          </a:xfrm>
          <a:prstGeom prst="rect">
            <a:avLst/>
          </a:prstGeom>
        </p:spPr>
      </p:pic>
      <p:sp>
        <p:nvSpPr>
          <p:cNvPr id="35" name="사각형 설명선 34"/>
          <p:cNvSpPr/>
          <p:nvPr/>
        </p:nvSpPr>
        <p:spPr>
          <a:xfrm>
            <a:off x="7650428" y="2441412"/>
            <a:ext cx="1694998" cy="496418"/>
          </a:xfrm>
          <a:prstGeom prst="wedgeRectCallout">
            <a:avLst>
              <a:gd name="adj1" fmla="val -48481"/>
              <a:gd name="adj2" fmla="val 129052"/>
            </a:avLst>
          </a:prstGeom>
          <a:solidFill>
            <a:srgbClr val="ffd700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lnSpc>
                <a:spcPct val="80000"/>
              </a:lnSpc>
              <a:defRPr/>
            </a:pPr>
            <a:r>
              <a:rPr lang="ko-KR" altLang="en-US">
                <a:solidFill>
                  <a:srgbClr val="ff0000"/>
                </a:solidFill>
                <a:latin typeface="나눔고딕 ExtraBold"/>
                <a:ea typeface="나눔고딕 ExtraBold"/>
              </a:rPr>
              <a:t>클릭</a:t>
            </a:r>
            <a:endParaRPr lang="ko-KR" altLang="en-US">
              <a:solidFill>
                <a:srgbClr val="ff0000"/>
              </a:solidFill>
              <a:latin typeface="나눔고딕 ExtraBold"/>
              <a:ea typeface="나눔고딕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3103876540"/>
      </p:ext>
    </p:extLst>
  </p:cSld>
  <p:clrMapOvr>
    <a:masterClrMapping/>
  </p:clrMapOvr>
</p:sld>
</file>

<file path=ppt/slides/slide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1"/>
          <p:cNvSpPr/>
          <p:nvPr/>
        </p:nvSpPr>
        <p:spPr>
          <a:xfrm>
            <a:off x="130969" y="0"/>
            <a:ext cx="10972798" cy="750093"/>
          </a:xfrm>
          <a:prstGeom prst="rect">
            <a:avLst/>
          </a:prstGeom>
        </p:spPr>
        <p:txBody>
          <a:bodyPr vert="horz" lIns="91440" tIns="45720" rIns="91440" bIns="45720" anchor="ctr"/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Antigravity -</a:t>
            </a:r>
            <a:r>
              <a: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Git </a:t>
            </a:r>
            <a:r>
              <a: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연계</a:t>
            </a:r>
            <a:endPara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<a:solidFill>
                <a:schemeClr val="accent2">
                  <a:lumMod val="75000"/>
                </a:schemeClr>
              </a:solidFill>
              <a:latin typeface="나눔고딕 ExtraBold"/>
              <a:ea typeface="나눔고딕 ExtraBold"/>
            </a:endParaRPr>
          </a:p>
        </p:txBody>
      </p:sp>
      <p:pic>
        <p:nvPicPr>
          <p:cNvPr id="36" name="그림 35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701025" y="919807"/>
            <a:ext cx="10789950" cy="5938192"/>
          </a:xfrm>
          <a:prstGeom prst="rect">
            <a:avLst/>
          </a:prstGeom>
        </p:spPr>
      </p:pic>
      <p:sp>
        <p:nvSpPr>
          <p:cNvPr id="37" name="가로 글상자 36"/>
          <p:cNvSpPr txBox="1"/>
          <p:nvPr/>
        </p:nvSpPr>
        <p:spPr>
          <a:xfrm>
            <a:off x="3950700" y="5995146"/>
            <a:ext cx="5082652" cy="390301"/>
          </a:xfrm>
          <a:prstGeom prst="rect">
            <a:avLst/>
          </a:prstGeom>
          <a:solidFill>
            <a:schemeClr val="lt1"/>
          </a:solidFill>
          <a:ln w="28575">
            <a:solidFill>
              <a:srgbClr val="ff0000"/>
            </a:solidFill>
          </a:ln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 sz="2000">
                <a:solidFill>
                  <a:srgbClr val="ff0000"/>
                </a:solidFill>
              </a:rPr>
              <a:t>winget install --id Git.Git -e --source winget</a:t>
            </a:r>
            <a:endParaRPr lang="ko-KR" altLang="en-US" sz="2000">
              <a:solidFill>
                <a:srgbClr val="ff0000"/>
              </a:solidFill>
            </a:endParaRPr>
          </a:p>
        </p:txBody>
      </p:sp>
      <p:sp>
        <p:nvSpPr>
          <p:cNvPr id="38" name="사각형 설명선 37"/>
          <p:cNvSpPr/>
          <p:nvPr/>
        </p:nvSpPr>
        <p:spPr>
          <a:xfrm>
            <a:off x="8185853" y="5124286"/>
            <a:ext cx="1694998" cy="496418"/>
          </a:xfrm>
          <a:prstGeom prst="wedgeRectCallout">
            <a:avLst>
              <a:gd name="adj1" fmla="val -48481"/>
              <a:gd name="adj2" fmla="val 129052"/>
            </a:avLst>
          </a:prstGeom>
          <a:solidFill>
            <a:srgbClr val="ffd700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lnSpc>
                <a:spcPct val="80000"/>
              </a:lnSpc>
              <a:defRPr/>
            </a:pPr>
            <a:r>
              <a:rPr lang="ko-KR" altLang="en-US">
                <a:solidFill>
                  <a:srgbClr val="ff0000"/>
                </a:solidFill>
                <a:latin typeface="나눔고딕 ExtraBold"/>
                <a:ea typeface="나눔고딕 ExtraBold"/>
              </a:rPr>
              <a:t>복사</a:t>
            </a:r>
            <a:endParaRPr lang="ko-KR" altLang="en-US">
              <a:solidFill>
                <a:srgbClr val="ff0000"/>
              </a:solidFill>
              <a:latin typeface="나눔고딕 ExtraBold"/>
              <a:ea typeface="나눔고딕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1244738700"/>
      </p:ext>
    </p:extLst>
  </p:cSld>
  <p:clrMapOvr>
    <a:masterClrMapping/>
  </p:clrMapOvr>
</p:sld>
</file>

<file path=ppt/slides/slide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1"/>
          <p:cNvSpPr/>
          <p:nvPr/>
        </p:nvSpPr>
        <p:spPr>
          <a:xfrm>
            <a:off x="130969" y="0"/>
            <a:ext cx="10972798" cy="750093"/>
          </a:xfrm>
          <a:prstGeom prst="rect">
            <a:avLst/>
          </a:prstGeom>
        </p:spPr>
        <p:txBody>
          <a:bodyPr vert="horz" lIns="91440" tIns="45720" rIns="91440" bIns="45720" anchor="ctr"/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Antigravity -</a:t>
            </a:r>
            <a:r>
              <a: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Git </a:t>
            </a:r>
            <a:r>
              <a: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연계</a:t>
            </a:r>
            <a:endPara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<a:solidFill>
                <a:schemeClr val="accent2">
                  <a:lumMod val="75000"/>
                </a:schemeClr>
              </a:solidFill>
              <a:latin typeface="나눔고딕 ExtraBold"/>
              <a:ea typeface="나눔고딕 ExtraBold"/>
            </a:endParaRPr>
          </a:p>
        </p:txBody>
      </p:sp>
      <p:pic>
        <p:nvPicPr>
          <p:cNvPr id="34" name="그림 33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201649" y="2188183"/>
            <a:ext cx="11788702" cy="3501369"/>
          </a:xfrm>
          <a:prstGeom prst="rect">
            <a:avLst/>
          </a:prstGeom>
        </p:spPr>
      </p:pic>
      <p:sp>
        <p:nvSpPr>
          <p:cNvPr id="35" name="제목 1"/>
          <p:cNvSpPr/>
          <p:nvPr/>
        </p:nvSpPr>
        <p:spPr>
          <a:xfrm>
            <a:off x="609601" y="829733"/>
            <a:ext cx="10972798" cy="750093"/>
          </a:xfrm>
          <a:prstGeom prst="rect">
            <a:avLst/>
          </a:prstGeom>
        </p:spPr>
        <p:txBody>
          <a:bodyPr vert="horz" lIns="91440" tIns="45720" rIns="91440" bIns="45720" anchor="ctr"/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3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터미널 이용한 </a:t>
            </a:r>
            <a:r>
              <a:rPr xmlns:mc="http://schemas.openxmlformats.org/markup-compatibility/2006" xmlns:hp="http://schemas.haansoft.com/office/presentation/8.0" kumimoji="0" lang="en-US" altLang="ko-KR" sz="3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GitHub</a:t>
            </a:r>
            <a:r>
              <a:rPr xmlns:mc="http://schemas.openxmlformats.org/markup-compatibility/2006" xmlns:hp="http://schemas.haansoft.com/office/presentation/8.0" kumimoji="0" lang="ko-KR" altLang="en-US" sz="3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 설치 </a:t>
            </a:r>
            <a:endParaRPr xmlns:mc="http://schemas.openxmlformats.org/markup-compatibility/2006" xmlns:hp="http://schemas.haansoft.com/office/presentation/8.0" kumimoji="0" lang="ko-KR" altLang="en-US" sz="3000" b="0" i="0" u="none" strike="noStrike" kern="1200" cap="none" spc="0" normalizeH="0" baseline="0" mc:Ignorable="hp" hp:hslEmbossed="0">
              <a:solidFill>
                <a:schemeClr val="dk1"/>
              </a:solidFill>
              <a:latin typeface="나눔고딕 ExtraBold"/>
              <a:ea typeface="나눔고딕 ExtraBold"/>
            </a:endParaRPr>
          </a:p>
        </p:txBody>
      </p:sp>
      <p:sp>
        <p:nvSpPr>
          <p:cNvPr id="36" name="모서리가 둥근 직사각형 35"/>
          <p:cNvSpPr/>
          <p:nvPr/>
        </p:nvSpPr>
        <p:spPr>
          <a:xfrm>
            <a:off x="2593975" y="2661711"/>
            <a:ext cx="4995335" cy="449789"/>
          </a:xfrm>
          <a:prstGeom prst="roundRect">
            <a:avLst>
              <a:gd name="adj" fmla="val 16667"/>
            </a:avLst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37" name="사각형 설명선 36"/>
          <p:cNvSpPr/>
          <p:nvPr/>
        </p:nvSpPr>
        <p:spPr>
          <a:xfrm>
            <a:off x="7249228" y="1806411"/>
            <a:ext cx="1694998" cy="496418"/>
          </a:xfrm>
          <a:prstGeom prst="wedgeRectCallout">
            <a:avLst>
              <a:gd name="adj1" fmla="val -48481"/>
              <a:gd name="adj2" fmla="val 129052"/>
            </a:avLst>
          </a:prstGeom>
          <a:solidFill>
            <a:srgbClr val="ffd700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lnSpc>
                <a:spcPct val="80000"/>
              </a:lnSpc>
              <a:defRPr/>
            </a:pPr>
            <a:r>
              <a:rPr lang="ko-KR" altLang="en-US">
                <a:solidFill>
                  <a:srgbClr val="ff0000"/>
                </a:solidFill>
                <a:latin typeface="나눔고딕 ExtraBold"/>
                <a:ea typeface="나눔고딕 ExtraBold"/>
              </a:rPr>
              <a:t>붙여넣기 엔터</a:t>
            </a:r>
            <a:endParaRPr lang="ko-KR" altLang="en-US">
              <a:solidFill>
                <a:srgbClr val="ff0000"/>
              </a:solidFill>
              <a:latin typeface="나눔고딕 ExtraBold"/>
              <a:ea typeface="나눔고딕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2875769638"/>
      </p:ext>
    </p:extLst>
  </p:cSld>
  <p:clrMapOvr>
    <a:masterClrMapping/>
  </p:clrMapOvr>
</p:sld>
</file>

<file path=ppt/slides/slide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1"/>
          <p:cNvSpPr/>
          <p:nvPr/>
        </p:nvSpPr>
        <p:spPr>
          <a:xfrm>
            <a:off x="130969" y="0"/>
            <a:ext cx="10972798" cy="750093"/>
          </a:xfrm>
          <a:prstGeom prst="rect">
            <a:avLst/>
          </a:prstGeom>
        </p:spPr>
        <p:txBody>
          <a:bodyPr vert="horz" lIns="91440" tIns="45720" rIns="91440" bIns="45720" anchor="ctr"/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Antigravity -</a:t>
            </a:r>
            <a:r>
              <a: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Git </a:t>
            </a:r>
            <a:r>
              <a: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연계</a:t>
            </a:r>
            <a:endPara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<a:solidFill>
                <a:schemeClr val="accent2">
                  <a:lumMod val="75000"/>
                </a:schemeClr>
              </a:solidFill>
              <a:latin typeface="나눔고딕 ExtraBold"/>
              <a:ea typeface="나눔고딕 ExtraBold"/>
            </a:endParaRPr>
          </a:p>
        </p:txBody>
      </p:sp>
      <p:pic>
        <p:nvPicPr>
          <p:cNvPr id="34" name="그림 33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439360" y="873140"/>
            <a:ext cx="11313279" cy="5984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4308188"/>
      </p:ext>
    </p:extLst>
  </p:cSld>
  <p:clrMapOvr>
    <a:masterClrMapping/>
  </p:clrMapOvr>
</p:sld>
</file>

<file path=ppt/slides/slide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1"/>
          <p:cNvSpPr/>
          <p:nvPr/>
        </p:nvSpPr>
        <p:spPr>
          <a:xfrm>
            <a:off x="130969" y="0"/>
            <a:ext cx="10972798" cy="750093"/>
          </a:xfrm>
          <a:prstGeom prst="rect">
            <a:avLst/>
          </a:prstGeom>
        </p:spPr>
        <p:txBody>
          <a:bodyPr vert="horz" lIns="91440" tIns="45720" rIns="91440" bIns="45720" anchor="ctr"/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Antigravity -</a:t>
            </a:r>
            <a:r>
              <a: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Git </a:t>
            </a:r>
            <a:r>
              <a: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연계</a:t>
            </a:r>
            <a:endPara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<a:solidFill>
                <a:schemeClr val="accent2">
                  <a:lumMod val="75000"/>
                </a:schemeClr>
              </a:solidFill>
              <a:latin typeface="나눔고딕 ExtraBold"/>
              <a:ea typeface="나눔고딕 ExtraBold"/>
            </a:endParaRPr>
          </a:p>
        </p:txBody>
      </p:sp>
      <p:pic>
        <p:nvPicPr>
          <p:cNvPr id="34" name="그림 33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840969" y="884485"/>
            <a:ext cx="10510061" cy="5973515"/>
          </a:xfrm>
          <a:prstGeom prst="rect">
            <a:avLst/>
          </a:prstGeom>
        </p:spPr>
      </p:pic>
      <p:sp>
        <p:nvSpPr>
          <p:cNvPr id="35" name="사각형 설명선 34"/>
          <p:cNvSpPr/>
          <p:nvPr/>
        </p:nvSpPr>
        <p:spPr>
          <a:xfrm>
            <a:off x="2058104" y="1869910"/>
            <a:ext cx="1694998" cy="496418"/>
          </a:xfrm>
          <a:prstGeom prst="wedgeRectCallout">
            <a:avLst>
              <a:gd name="adj1" fmla="val -71002"/>
              <a:gd name="adj2" fmla="val -182259"/>
            </a:avLst>
          </a:prstGeom>
          <a:solidFill>
            <a:srgbClr val="ffd700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lnSpc>
                <a:spcPct val="80000"/>
              </a:lnSpc>
              <a:defRPr/>
            </a:pPr>
            <a:r>
              <a:rPr lang="en-US" altLang="ko-KR">
                <a:solidFill>
                  <a:srgbClr val="ff0000"/>
                </a:solidFill>
                <a:latin typeface="나눔고딕 ExtraBold"/>
                <a:ea typeface="나눔고딕 ExtraBold"/>
              </a:rPr>
              <a:t>Close Folder </a:t>
            </a:r>
            <a:r>
              <a:rPr lang="ko-KR" altLang="en-US">
                <a:solidFill>
                  <a:srgbClr val="ff0000"/>
                </a:solidFill>
                <a:latin typeface="나눔고딕 ExtraBold"/>
                <a:ea typeface="나눔고딕 ExtraBold"/>
              </a:rPr>
              <a:t>후 재실행</a:t>
            </a:r>
            <a:endParaRPr lang="ko-KR" altLang="en-US">
              <a:solidFill>
                <a:srgbClr val="ff0000"/>
              </a:solidFill>
              <a:latin typeface="나눔고딕 ExtraBold"/>
              <a:ea typeface="나눔고딕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2293994648"/>
      </p:ext>
    </p:extLst>
  </p:cSld>
  <p:clrMapOvr>
    <a:masterClrMapping/>
  </p:clrMapOvr>
</p:sld>
</file>

<file path=ppt/slides/slide1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1"/>
          <p:cNvSpPr/>
          <p:nvPr/>
        </p:nvSpPr>
        <p:spPr>
          <a:xfrm>
            <a:off x="130969" y="0"/>
            <a:ext cx="10972798" cy="750093"/>
          </a:xfrm>
          <a:prstGeom prst="rect">
            <a:avLst/>
          </a:prstGeom>
        </p:spPr>
        <p:txBody>
          <a:bodyPr vert="horz" lIns="91440" tIns="45720" rIns="91440" bIns="45720" anchor="ctr"/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Antigravity -</a:t>
            </a:r>
            <a:r>
              <a: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Git </a:t>
            </a:r>
            <a:r>
              <a: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초기화</a:t>
            </a:r>
            <a:endPara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<a:solidFill>
                <a:schemeClr val="accent2">
                  <a:lumMod val="75000"/>
                </a:schemeClr>
              </a:solidFill>
              <a:latin typeface="나눔고딕 ExtraBold"/>
              <a:ea typeface="나눔고딕 ExtraBold"/>
            </a:endParaRPr>
          </a:p>
        </p:txBody>
      </p:sp>
      <p:pic>
        <p:nvPicPr>
          <p:cNvPr id="36" name="그림 35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276191" y="794975"/>
            <a:ext cx="11639618" cy="6063025"/>
          </a:xfrm>
          <a:prstGeom prst="rect">
            <a:avLst/>
          </a:prstGeom>
        </p:spPr>
      </p:pic>
      <p:sp>
        <p:nvSpPr>
          <p:cNvPr id="37" name="사각형 설명선 36"/>
          <p:cNvSpPr/>
          <p:nvPr/>
        </p:nvSpPr>
        <p:spPr>
          <a:xfrm>
            <a:off x="5963354" y="5727536"/>
            <a:ext cx="1694998" cy="496418"/>
          </a:xfrm>
          <a:prstGeom prst="wedgeRectCallout">
            <a:avLst>
              <a:gd name="adj1" fmla="val 65194"/>
              <a:gd name="adj2" fmla="val -134126"/>
            </a:avLst>
          </a:prstGeom>
          <a:solidFill>
            <a:srgbClr val="ffd700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lnSpc>
                <a:spcPct val="80000"/>
              </a:lnSpc>
              <a:defRPr/>
            </a:pPr>
            <a:r>
              <a:rPr lang="en-US" altLang="ko-KR">
                <a:solidFill>
                  <a:srgbClr val="ff0000"/>
                </a:solidFill>
                <a:latin typeface="나눔고딕 ExtraBold"/>
                <a:ea typeface="나눔고딕 ExtraBold"/>
              </a:rPr>
              <a:t>1.</a:t>
            </a:r>
            <a:r>
              <a:rPr lang="ko-KR" altLang="en-US">
                <a:solidFill>
                  <a:srgbClr val="ff0000"/>
                </a:solidFill>
                <a:latin typeface="나눔고딕 ExtraBold"/>
                <a:ea typeface="나눔고딕 ExtraBold"/>
              </a:rPr>
              <a:t> </a:t>
            </a:r>
            <a:r>
              <a:rPr lang="en-US" altLang="ko-KR">
                <a:solidFill>
                  <a:srgbClr val="ff0000"/>
                </a:solidFill>
                <a:latin typeface="나눔고딕 ExtraBold"/>
                <a:ea typeface="나눔고딕 ExtraBold"/>
              </a:rPr>
              <a:t>Click</a:t>
            </a:r>
            <a:endParaRPr lang="en-US" altLang="ko-KR">
              <a:solidFill>
                <a:srgbClr val="ff0000"/>
              </a:solidFill>
              <a:latin typeface="나눔고딕 ExtraBold"/>
              <a:ea typeface="나눔고딕 ExtraBold"/>
            </a:endParaRPr>
          </a:p>
        </p:txBody>
      </p:sp>
      <p:sp>
        <p:nvSpPr>
          <p:cNvPr id="38" name="사각형 설명선 37"/>
          <p:cNvSpPr/>
          <p:nvPr/>
        </p:nvSpPr>
        <p:spPr>
          <a:xfrm>
            <a:off x="8980144" y="3429000"/>
            <a:ext cx="2123623" cy="496418"/>
          </a:xfrm>
          <a:prstGeom prst="wedgeRectCallout">
            <a:avLst>
              <a:gd name="adj1" fmla="val -55385"/>
              <a:gd name="adj2" fmla="val -179179"/>
            </a:avLst>
          </a:prstGeom>
          <a:solidFill>
            <a:srgbClr val="ffd700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lnSpc>
                <a:spcPct val="80000"/>
              </a:lnSpc>
              <a:defRPr/>
            </a:pPr>
            <a:r>
              <a:rPr lang="en-US" altLang="ko-KR">
                <a:solidFill>
                  <a:srgbClr val="ff0000"/>
                </a:solidFill>
                <a:latin typeface="나눔고딕 ExtraBold"/>
                <a:ea typeface="나눔고딕 ExtraBold"/>
              </a:rPr>
              <a:t>2. Git Bash </a:t>
            </a:r>
            <a:r>
              <a:rPr lang="ko-KR" altLang="en-US">
                <a:solidFill>
                  <a:srgbClr val="ff0000"/>
                </a:solidFill>
                <a:latin typeface="나눔고딕 ExtraBold"/>
                <a:ea typeface="나눔고딕 ExtraBold"/>
              </a:rPr>
              <a:t>클릭</a:t>
            </a:r>
            <a:endParaRPr lang="ko-KR" altLang="en-US">
              <a:solidFill>
                <a:srgbClr val="ff0000"/>
              </a:solidFill>
              <a:latin typeface="나눔고딕 ExtraBold"/>
              <a:ea typeface="나눔고딕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2554964530"/>
      </p:ext>
    </p:extLst>
  </p:cSld>
  <p:clrMapOvr>
    <a:masterClrMapping/>
  </p:clrMapOvr>
</p:sld>
</file>

<file path=ppt/slides/slide1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1"/>
          <p:cNvSpPr/>
          <p:nvPr/>
        </p:nvSpPr>
        <p:spPr>
          <a:xfrm>
            <a:off x="130969" y="0"/>
            <a:ext cx="10972798" cy="750093"/>
          </a:xfrm>
          <a:prstGeom prst="rect">
            <a:avLst/>
          </a:prstGeom>
        </p:spPr>
        <p:txBody>
          <a:bodyPr vert="horz" lIns="91440" tIns="45720" rIns="91440" bIns="45720" anchor="ctr"/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Antigravity -</a:t>
            </a:r>
            <a:r>
              <a: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Git </a:t>
            </a:r>
            <a:r>
              <a: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초기화</a:t>
            </a:r>
            <a:endPara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<a:solidFill>
                <a:schemeClr val="accent2">
                  <a:lumMod val="75000"/>
                </a:schemeClr>
              </a:solidFill>
              <a:latin typeface="나눔고딕 ExtraBold"/>
              <a:ea typeface="나눔고딕 ExtraBold"/>
            </a:endParaRPr>
          </a:p>
        </p:txBody>
      </p:sp>
      <p:pic>
        <p:nvPicPr>
          <p:cNvPr id="34" name="그림 33"/>
          <p:cNvPicPr>
            <a:picLocks noChangeAspect="1"/>
          </p:cNvPicPr>
          <p:nvPr/>
        </p:nvPicPr>
        <p:blipFill rotWithShape="1">
          <a:blip r:embed="rId2"/>
          <a:srcRect r="37740" b="50000"/>
          <a:stretch>
            <a:fillRect/>
          </a:stretch>
        </p:blipFill>
        <p:spPr>
          <a:xfrm>
            <a:off x="878736" y="3272609"/>
            <a:ext cx="10434527" cy="2562099"/>
          </a:xfrm>
          <a:prstGeom prst="rect">
            <a:avLst/>
          </a:prstGeom>
        </p:spPr>
      </p:pic>
      <p:sp>
        <p:nvSpPr>
          <p:cNvPr id="35" name="가로 글상자 34"/>
          <p:cNvSpPr txBox="1"/>
          <p:nvPr/>
        </p:nvSpPr>
        <p:spPr>
          <a:xfrm>
            <a:off x="5790426" y="2535928"/>
            <a:ext cx="5522838" cy="496197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 sz="2700">
                <a:solidFill>
                  <a:srgbClr val="ff0000"/>
                </a:solidFill>
              </a:rPr>
              <a:t>echo "update" &gt; ~/.gitmessage.txt</a:t>
            </a:r>
            <a:endParaRPr lang="ko-KR" altLang="en-US" sz="2700">
              <a:solidFill>
                <a:srgbClr val="ff0000"/>
              </a:solidFill>
            </a:endParaRPr>
          </a:p>
        </p:txBody>
      </p:sp>
      <p:sp>
        <p:nvSpPr>
          <p:cNvPr id="36" name="제목 1"/>
          <p:cNvSpPr/>
          <p:nvPr/>
        </p:nvSpPr>
        <p:spPr>
          <a:xfrm>
            <a:off x="609601" y="1369482"/>
            <a:ext cx="10972798" cy="750093"/>
          </a:xfrm>
          <a:prstGeom prst="rect">
            <a:avLst/>
          </a:prstGeom>
        </p:spPr>
        <p:txBody>
          <a:bodyPr vert="horz" lIns="91440" tIns="45720" rIns="91440" bIns="45720" anchor="ctr"/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3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Git Bash</a:t>
            </a:r>
            <a:r>
              <a:rPr xmlns:mc="http://schemas.openxmlformats.org/markup-compatibility/2006" xmlns:hp="http://schemas.haansoft.com/office/presentation/8.0" kumimoji="0" lang="ko-KR" altLang="en-US" sz="3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에서 명령어 입력 </a:t>
            </a:r>
            <a:r>
              <a:rPr xmlns:mc="http://schemas.openxmlformats.org/markup-compatibility/2006" xmlns:hp="http://schemas.haansoft.com/office/presentation/8.0" kumimoji="0" lang="en-US" altLang="ko-KR" sz="3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(1)</a:t>
            </a:r>
            <a:endParaRPr xmlns:mc="http://schemas.openxmlformats.org/markup-compatibility/2006" xmlns:hp="http://schemas.haansoft.com/office/presentation/8.0" kumimoji="0" lang="en-US" altLang="ko-KR" sz="3000" b="0" i="0" u="none" strike="noStrike" kern="1200" cap="none" spc="0" normalizeH="0" baseline="0" mc:Ignorable="hp" hp:hslEmbossed="0">
              <a:solidFill>
                <a:schemeClr val="dk1"/>
              </a:solidFill>
              <a:latin typeface="나눔고딕 ExtraBold"/>
              <a:ea typeface="나눔고딕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518523363"/>
      </p:ext>
    </p:extLst>
  </p:cSld>
  <p:clrMapOvr>
    <a:masterClrMapping/>
  </p:clrMapOvr>
</p:sld>
</file>

<file path=ppt/slides/slide1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1"/>
          <p:cNvSpPr/>
          <p:nvPr/>
        </p:nvSpPr>
        <p:spPr>
          <a:xfrm>
            <a:off x="130969" y="0"/>
            <a:ext cx="10972798" cy="750093"/>
          </a:xfrm>
          <a:prstGeom prst="rect">
            <a:avLst/>
          </a:prstGeom>
        </p:spPr>
        <p:txBody>
          <a:bodyPr vert="horz" lIns="91440" tIns="45720" rIns="91440" bIns="45720" anchor="ctr"/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Antigravity -</a:t>
            </a:r>
            <a:r>
              <a: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Git </a:t>
            </a:r>
            <a:r>
              <a: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초기화</a:t>
            </a:r>
            <a:endPara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<a:solidFill>
                <a:schemeClr val="accent2">
                  <a:lumMod val="75000"/>
                </a:schemeClr>
              </a:solidFill>
              <a:latin typeface="나눔고딕 ExtraBold"/>
              <a:ea typeface="나눔고딕 ExtraBold"/>
            </a:endParaRPr>
          </a:p>
        </p:txBody>
      </p:sp>
      <p:sp>
        <p:nvSpPr>
          <p:cNvPr id="36" name="제목 1"/>
          <p:cNvSpPr/>
          <p:nvPr/>
        </p:nvSpPr>
        <p:spPr>
          <a:xfrm>
            <a:off x="609601" y="1369482"/>
            <a:ext cx="10972798" cy="750093"/>
          </a:xfrm>
          <a:prstGeom prst="rect">
            <a:avLst/>
          </a:prstGeom>
        </p:spPr>
        <p:txBody>
          <a:bodyPr vert="horz" lIns="91440" tIns="45720" rIns="91440" bIns="45720" anchor="ctr"/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3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Git Bash</a:t>
            </a:r>
            <a:r>
              <a:rPr xmlns:mc="http://schemas.openxmlformats.org/markup-compatibility/2006" xmlns:hp="http://schemas.haansoft.com/office/presentation/8.0" kumimoji="0" lang="ko-KR" altLang="en-US" sz="3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에서 명령어 입력 </a:t>
            </a:r>
            <a:r>
              <a:rPr xmlns:mc="http://schemas.openxmlformats.org/markup-compatibility/2006" xmlns:hp="http://schemas.haansoft.com/office/presentation/8.0" kumimoji="0" lang="en-US" altLang="ko-KR" sz="3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(2)</a:t>
            </a:r>
            <a:endParaRPr xmlns:mc="http://schemas.openxmlformats.org/markup-compatibility/2006" xmlns:hp="http://schemas.haansoft.com/office/presentation/8.0" kumimoji="0" lang="en-US" altLang="ko-KR" sz="3000" b="0" i="0" u="none" strike="noStrike" kern="1200" cap="none" spc="0" normalizeH="0" baseline="0" mc:Ignorable="hp" hp:hslEmbossed="0">
              <a:solidFill>
                <a:schemeClr val="dk1"/>
              </a:solidFill>
              <a:latin typeface="나눔고딕 ExtraBold"/>
              <a:ea typeface="나눔고딕 ExtraBold"/>
            </a:endParaRPr>
          </a:p>
        </p:txBody>
      </p:sp>
      <p:pic>
        <p:nvPicPr>
          <p:cNvPr id="37" name="그림 36"/>
          <p:cNvPicPr>
            <a:picLocks noChangeAspect="1"/>
          </p:cNvPicPr>
          <p:nvPr/>
        </p:nvPicPr>
        <p:blipFill rotWithShape="1">
          <a:blip r:embed="rId2"/>
          <a:srcRect t="52700" r="37740" b="25720"/>
          <a:stretch>
            <a:fillRect/>
          </a:stretch>
        </p:blipFill>
        <p:spPr>
          <a:xfrm>
            <a:off x="669240" y="3644644"/>
            <a:ext cx="10434527" cy="1105956"/>
          </a:xfrm>
          <a:prstGeom prst="rect">
            <a:avLst/>
          </a:prstGeom>
        </p:spPr>
      </p:pic>
      <p:sp>
        <p:nvSpPr>
          <p:cNvPr id="38" name="가로 글상자 37"/>
          <p:cNvSpPr txBox="1"/>
          <p:nvPr/>
        </p:nvSpPr>
        <p:spPr>
          <a:xfrm>
            <a:off x="2398456" y="2932242"/>
            <a:ext cx="8705311" cy="496758"/>
          </a:xfrm>
          <a:prstGeom prst="rect">
            <a:avLst/>
          </a:prstGeom>
        </p:spPr>
        <p:txBody>
          <a:bodyPr wrap="square">
            <a:spAutoFit/>
          </a:bodyPr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2700" b="0" i="0" u="none" strike="noStrike" kern="1200" cap="none" spc="0" normalizeH="0" baseline="0" mc:Ignorable="hp" hp:hslEmbossed="0">
                <a:solidFill>
                  <a:srgbClr val="ff0000"/>
                </a:solidFill>
                <a:latin typeface="Tahoma"/>
                <a:ea typeface="함초롬돋움"/>
                <a:cs typeface="함초롬돋움"/>
              </a:rPr>
              <a:t>git config --global commit.template ~/.gitmessage.txt</a:t>
            </a:r>
            <a:endParaRPr xmlns:mc="http://schemas.openxmlformats.org/markup-compatibility/2006" xmlns:hp="http://schemas.haansoft.com/office/presentation/8.0" kumimoji="0" lang="ko-KR" altLang="en-US" sz="2700" b="0" i="0" u="none" strike="noStrike" kern="1200" cap="none" spc="0" normalizeH="0" baseline="0" mc:Ignorable="hp" hp:hslEmbossed="0">
              <a:solidFill>
                <a:srgbClr val="ff0000"/>
              </a:solidFill>
              <a:latin typeface="Tahoma"/>
              <a:ea typeface="함초롬돋움"/>
              <a:cs typeface="함초롬돋움"/>
            </a:endParaRPr>
          </a:p>
        </p:txBody>
      </p:sp>
    </p:spTree>
    <p:extLst>
      <p:ext uri="{BB962C8B-B14F-4D97-AF65-F5344CB8AC3E}">
        <p14:creationId xmlns:p14="http://schemas.microsoft.com/office/powerpoint/2010/main" val="3297563170"/>
      </p:ext>
    </p:extLst>
  </p:cSld>
  <p:clrMapOvr>
    <a:masterClrMapping/>
  </p:clrMapOvr>
</p:sld>
</file>

<file path=ppt/slides/slide1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1"/>
          <p:cNvSpPr/>
          <p:nvPr/>
        </p:nvSpPr>
        <p:spPr>
          <a:xfrm>
            <a:off x="130969" y="0"/>
            <a:ext cx="10972798" cy="750093"/>
          </a:xfrm>
          <a:prstGeom prst="rect">
            <a:avLst/>
          </a:prstGeom>
        </p:spPr>
        <p:txBody>
          <a:bodyPr vert="horz" lIns="91440" tIns="45720" rIns="91440" bIns="45720" anchor="ctr"/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Antigravity -</a:t>
            </a:r>
            <a:r>
              <a: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Git </a:t>
            </a:r>
            <a:r>
              <a: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초기화</a:t>
            </a:r>
            <a:endPara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<a:solidFill>
                <a:schemeClr val="accent2">
                  <a:lumMod val="75000"/>
                </a:schemeClr>
              </a:solidFill>
              <a:latin typeface="나눔고딕 ExtraBold"/>
              <a:ea typeface="나눔고딕 ExtraBold"/>
            </a:endParaRPr>
          </a:p>
        </p:txBody>
      </p:sp>
      <p:sp>
        <p:nvSpPr>
          <p:cNvPr id="36" name="제목 1"/>
          <p:cNvSpPr/>
          <p:nvPr/>
        </p:nvSpPr>
        <p:spPr>
          <a:xfrm>
            <a:off x="609601" y="1369482"/>
            <a:ext cx="10972798" cy="750093"/>
          </a:xfrm>
          <a:prstGeom prst="rect">
            <a:avLst/>
          </a:prstGeom>
        </p:spPr>
        <p:txBody>
          <a:bodyPr vert="horz" lIns="91440" tIns="45720" rIns="91440" bIns="45720" anchor="ctr"/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3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Git Bash</a:t>
            </a:r>
            <a:r>
              <a:rPr xmlns:mc="http://schemas.openxmlformats.org/markup-compatibility/2006" xmlns:hp="http://schemas.haansoft.com/office/presentation/8.0" kumimoji="0" lang="ko-KR" altLang="en-US" sz="3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에서 명령어 입력 </a:t>
            </a:r>
            <a:r>
              <a:rPr xmlns:mc="http://schemas.openxmlformats.org/markup-compatibility/2006" xmlns:hp="http://schemas.haansoft.com/office/presentation/8.0" kumimoji="0" lang="en-US" altLang="ko-KR" sz="3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(3)</a:t>
            </a:r>
            <a:endParaRPr xmlns:mc="http://schemas.openxmlformats.org/markup-compatibility/2006" xmlns:hp="http://schemas.haansoft.com/office/presentation/8.0" kumimoji="0" lang="en-US" altLang="ko-KR" sz="3000" b="0" i="0" u="none" strike="noStrike" kern="1200" cap="none" spc="0" normalizeH="0" baseline="0" mc:Ignorable="hp" hp:hslEmbossed="0">
              <a:solidFill>
                <a:schemeClr val="dk1"/>
              </a:solidFill>
              <a:latin typeface="나눔고딕 ExtraBold"/>
              <a:ea typeface="나눔고딕 ExtraBold"/>
            </a:endParaRPr>
          </a:p>
        </p:txBody>
      </p:sp>
      <p:pic>
        <p:nvPicPr>
          <p:cNvPr id="37" name="그림 36"/>
          <p:cNvPicPr>
            <a:picLocks noChangeAspect="1"/>
          </p:cNvPicPr>
          <p:nvPr/>
        </p:nvPicPr>
        <p:blipFill rotWithShape="1">
          <a:blip r:embed="rId2"/>
          <a:srcRect b="19820"/>
          <a:stretch>
            <a:fillRect/>
          </a:stretch>
        </p:blipFill>
        <p:spPr>
          <a:xfrm>
            <a:off x="808426" y="3950180"/>
            <a:ext cx="10575147" cy="1413274"/>
          </a:xfrm>
          <a:prstGeom prst="rect">
            <a:avLst/>
          </a:prstGeom>
        </p:spPr>
      </p:pic>
      <p:sp>
        <p:nvSpPr>
          <p:cNvPr id="38" name="가로 글상자 37"/>
          <p:cNvSpPr txBox="1"/>
          <p:nvPr/>
        </p:nvSpPr>
        <p:spPr>
          <a:xfrm>
            <a:off x="1963792" y="2595051"/>
            <a:ext cx="8705311" cy="496758"/>
          </a:xfrm>
          <a:prstGeom prst="rect">
            <a:avLst/>
          </a:prstGeom>
        </p:spPr>
        <p:txBody>
          <a:bodyPr wrap="square">
            <a:spAutoFit/>
          </a:bodyPr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2700" b="0" i="0" u="none" strike="noStrike" kern="1200" cap="none" spc="0" normalizeH="0" baseline="0" mc:Ignorable="hp" hp:hslEmbossed="0">
                <a:solidFill>
                  <a:srgbClr val="ff0000"/>
                </a:solidFill>
                <a:latin typeface="Tahoma"/>
                <a:ea typeface="함초롬돋움"/>
                <a:cs typeface="함초롬돋움"/>
              </a:rPr>
              <a:t>git config --global user.name "</a:t>
            </a:r>
            <a:r>
              <a:rPr xmlns:mc="http://schemas.openxmlformats.org/markup-compatibility/2006" xmlns:hp="http://schemas.haansoft.com/office/presentation/8.0" kumimoji="0" lang="en-US" altLang="ko-KR" sz="2700" b="0" i="0" u="none" strike="noStrike" kern="1200" cap="none" spc="0" normalizeH="0" baseline="0" mc:Ignorable="hp" hp:hslEmbossed="0">
                <a:solidFill>
                  <a:srgbClr val="ff0000"/>
                </a:solidFill>
                <a:latin typeface="Tahoma"/>
                <a:ea typeface="함초롬돋움"/>
                <a:cs typeface="함초롬돋움"/>
              </a:rPr>
              <a:t>my name</a:t>
            </a:r>
            <a:r>
              <a:rPr xmlns:mc="http://schemas.openxmlformats.org/markup-compatibility/2006" xmlns:hp="http://schemas.haansoft.com/office/presentation/8.0" kumimoji="0" lang="ko-KR" altLang="en-US" sz="2700" b="0" i="0" u="none" strike="noStrike" kern="1200" cap="none" spc="0" normalizeH="0" baseline="0" mc:Ignorable="hp" hp:hslEmbossed="0">
                <a:solidFill>
                  <a:srgbClr val="ff0000"/>
                </a:solidFill>
                <a:latin typeface="Tahoma"/>
                <a:ea typeface="함초롬돋움"/>
                <a:cs typeface="함초롬돋움"/>
              </a:rPr>
              <a:t>"</a:t>
            </a:r>
            <a:endParaRPr xmlns:mc="http://schemas.openxmlformats.org/markup-compatibility/2006" xmlns:hp="http://schemas.haansoft.com/office/presentation/8.0" kumimoji="0" lang="ko-KR" altLang="en-US" sz="2700" b="0" i="0" u="none" strike="noStrike" kern="1200" cap="none" spc="0" normalizeH="0" baseline="0" mc:Ignorable="hp" hp:hslEmbossed="0">
              <a:solidFill>
                <a:srgbClr val="ff0000"/>
              </a:solidFill>
              <a:latin typeface="Tahoma"/>
              <a:ea typeface="함초롬돋움"/>
              <a:cs typeface="함초롬돋움"/>
            </a:endParaRPr>
          </a:p>
        </p:txBody>
      </p:sp>
      <p:sp>
        <p:nvSpPr>
          <p:cNvPr id="39" name="가로 글상자 38"/>
          <p:cNvSpPr txBox="1"/>
          <p:nvPr/>
        </p:nvSpPr>
        <p:spPr>
          <a:xfrm>
            <a:off x="2261868" y="3271103"/>
            <a:ext cx="8705311" cy="499783"/>
          </a:xfrm>
          <a:prstGeom prst="rect">
            <a:avLst/>
          </a:prstGeom>
        </p:spPr>
        <p:txBody>
          <a:bodyPr wrap="square">
            <a:spAutoFit/>
          </a:bodyPr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2700" b="0" i="0" u="none" strike="noStrike" kern="1200" cap="none" spc="0" normalizeH="0" baseline="0" mc:Ignorable="hp" hp:hslEmbossed="0">
                <a:solidFill>
                  <a:srgbClr val="ff0000"/>
                </a:solidFill>
                <a:latin typeface="Tahoma"/>
                <a:ea typeface="함초롬돋움"/>
                <a:cs typeface="함초롬돋움"/>
              </a:rPr>
              <a:t>이름은 영어로 입력해야 오류가 없습니다</a:t>
            </a:r>
            <a:r>
              <a:rPr xmlns:mc="http://schemas.openxmlformats.org/markup-compatibility/2006" xmlns:hp="http://schemas.haansoft.com/office/presentation/8.0" kumimoji="0" lang="en-US" altLang="ko-KR" sz="2700" b="0" i="0" u="none" strike="noStrike" kern="1200" cap="none" spc="0" normalizeH="0" baseline="0" mc:Ignorable="hp" hp:hslEmbossed="0">
                <a:solidFill>
                  <a:srgbClr val="ff0000"/>
                </a:solidFill>
                <a:latin typeface="Tahoma"/>
                <a:ea typeface="함초롬돋움"/>
                <a:cs typeface="함초롬돋움"/>
              </a:rPr>
              <a:t>.</a:t>
            </a:r>
            <a:endParaRPr xmlns:mc="http://schemas.openxmlformats.org/markup-compatibility/2006" xmlns:hp="http://schemas.haansoft.com/office/presentation/8.0" kumimoji="0" lang="en-US" altLang="ko-KR" sz="2700" b="0" i="0" u="none" strike="noStrike" kern="1200" cap="none" spc="0" normalizeH="0" baseline="0" mc:Ignorable="hp" hp:hslEmbossed="0">
              <a:solidFill>
                <a:srgbClr val="ff0000"/>
              </a:solidFill>
              <a:latin typeface="Tahoma"/>
              <a:ea typeface="함초롬돋움"/>
              <a:cs typeface="함초롬돋움"/>
            </a:endParaRPr>
          </a:p>
        </p:txBody>
      </p:sp>
    </p:spTree>
    <p:extLst>
      <p:ext uri="{BB962C8B-B14F-4D97-AF65-F5344CB8AC3E}">
        <p14:creationId xmlns:p14="http://schemas.microsoft.com/office/powerpoint/2010/main" val="4009944915"/>
      </p:ext>
    </p:extLst>
  </p:cSld>
  <p:clrMapOvr>
    <a:masterClrMapping/>
  </p:clrMapOvr>
</p:sld>
</file>

<file path=ppt/slides/slide1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1"/>
          <p:cNvSpPr/>
          <p:nvPr/>
        </p:nvSpPr>
        <p:spPr>
          <a:xfrm>
            <a:off x="130969" y="0"/>
            <a:ext cx="10972798" cy="750093"/>
          </a:xfrm>
          <a:prstGeom prst="rect">
            <a:avLst/>
          </a:prstGeom>
        </p:spPr>
        <p:txBody>
          <a:bodyPr vert="horz" lIns="91440" tIns="45720" rIns="91440" bIns="45720" anchor="ctr"/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Antigravity -</a:t>
            </a:r>
            <a:r>
              <a: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Git </a:t>
            </a:r>
            <a:r>
              <a: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초기화</a:t>
            </a:r>
            <a:endPara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<a:solidFill>
                <a:schemeClr val="accent2">
                  <a:lumMod val="75000"/>
                </a:schemeClr>
              </a:solidFill>
              <a:latin typeface="나눔고딕 ExtraBold"/>
              <a:ea typeface="나눔고딕 ExtraBold"/>
            </a:endParaRPr>
          </a:p>
        </p:txBody>
      </p:sp>
      <p:sp>
        <p:nvSpPr>
          <p:cNvPr id="36" name="제목 1"/>
          <p:cNvSpPr/>
          <p:nvPr/>
        </p:nvSpPr>
        <p:spPr>
          <a:xfrm>
            <a:off x="609601" y="1369482"/>
            <a:ext cx="10972798" cy="750093"/>
          </a:xfrm>
          <a:prstGeom prst="rect">
            <a:avLst/>
          </a:prstGeom>
        </p:spPr>
        <p:txBody>
          <a:bodyPr vert="horz" lIns="91440" tIns="45720" rIns="91440" bIns="45720" anchor="ctr"/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3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Git Bash</a:t>
            </a:r>
            <a:r>
              <a:rPr xmlns:mc="http://schemas.openxmlformats.org/markup-compatibility/2006" xmlns:hp="http://schemas.haansoft.com/office/presentation/8.0" kumimoji="0" lang="ko-KR" altLang="en-US" sz="3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에서 명령어 입력 </a:t>
            </a:r>
            <a:r>
              <a:rPr xmlns:mc="http://schemas.openxmlformats.org/markup-compatibility/2006" xmlns:hp="http://schemas.haansoft.com/office/presentation/8.0" kumimoji="0" lang="en-US" altLang="ko-KR" sz="3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(4)</a:t>
            </a:r>
            <a:endParaRPr xmlns:mc="http://schemas.openxmlformats.org/markup-compatibility/2006" xmlns:hp="http://schemas.haansoft.com/office/presentation/8.0" kumimoji="0" lang="en-US" altLang="ko-KR" sz="3000" b="0" i="0" u="none" strike="noStrike" kern="1200" cap="none" spc="0" normalizeH="0" baseline="0" mc:Ignorable="hp" hp:hslEmbossed="0">
              <a:solidFill>
                <a:schemeClr val="dk1"/>
              </a:solidFill>
              <a:latin typeface="나눔고딕 ExtraBold"/>
              <a:ea typeface="나눔고딕 ExtraBold"/>
            </a:endParaRPr>
          </a:p>
        </p:txBody>
      </p:sp>
      <p:pic>
        <p:nvPicPr>
          <p:cNvPr id="37" name="그림 36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950984" y="3905616"/>
            <a:ext cx="9840099" cy="1253757"/>
          </a:xfrm>
          <a:prstGeom prst="rect">
            <a:avLst/>
          </a:prstGeom>
        </p:spPr>
      </p:pic>
      <p:sp>
        <p:nvSpPr>
          <p:cNvPr id="38" name="가로 글상자 37"/>
          <p:cNvSpPr txBox="1"/>
          <p:nvPr/>
        </p:nvSpPr>
        <p:spPr>
          <a:xfrm>
            <a:off x="1078526" y="2367465"/>
            <a:ext cx="9590576" cy="491716"/>
          </a:xfrm>
          <a:prstGeom prst="rect">
            <a:avLst/>
          </a:prstGeom>
        </p:spPr>
        <p:txBody>
          <a:bodyPr wrap="square">
            <a:spAutoFit/>
          </a:bodyPr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2700" b="0" i="0" u="none" strike="noStrike" kern="1200" cap="none" spc="0" normalizeH="0" baseline="0" mc:Ignorable="hp" hp:hslEmbossed="0">
                <a:solidFill>
                  <a:srgbClr val="ff0000"/>
                </a:solidFill>
                <a:latin typeface="Tahoma"/>
                <a:ea typeface="함초롬돋움"/>
                <a:cs typeface="함초롬돋움"/>
              </a:rPr>
              <a:t>git config --global user.email "</a:t>
            </a:r>
            <a:r>
              <a:rPr xmlns:mc="http://schemas.openxmlformats.org/markup-compatibility/2006" xmlns:hp="http://schemas.haansoft.com/office/presentation/8.0" kumimoji="0" lang="en-US" altLang="ko-KR" sz="2700" b="0" i="0" u="none" strike="noStrike" kern="1200" cap="none" spc="0" normalizeH="0" baseline="0" mc:Ignorable="hp" hp:hslEmbossed="0">
                <a:solidFill>
                  <a:srgbClr val="ff0000"/>
                </a:solidFill>
                <a:latin typeface="Tahoma"/>
                <a:ea typeface="함초롬돋움"/>
                <a:cs typeface="함초롬돋움"/>
              </a:rPr>
              <a:t>myEmail</a:t>
            </a:r>
            <a:r>
              <a:rPr xmlns:mc="http://schemas.openxmlformats.org/markup-compatibility/2006" xmlns:hp="http://schemas.haansoft.com/office/presentation/8.0" kumimoji="0" lang="ko-KR" altLang="en-US" sz="2700" b="0" i="0" u="none" strike="noStrike" kern="1200" cap="none" spc="0" normalizeH="0" baseline="0" mc:Ignorable="hp" hp:hslEmbossed="0">
                <a:solidFill>
                  <a:srgbClr val="ff0000"/>
                </a:solidFill>
                <a:latin typeface="Tahoma"/>
                <a:ea typeface="함초롬돋움"/>
                <a:cs typeface="함초롬돋움"/>
              </a:rPr>
              <a:t>@</a:t>
            </a:r>
            <a:r>
              <a:rPr xmlns:mc="http://schemas.openxmlformats.org/markup-compatibility/2006" xmlns:hp="http://schemas.haansoft.com/office/presentation/8.0" kumimoji="0" lang="en-US" altLang="ko-KR" sz="2700" b="0" i="0" u="none" strike="noStrike" kern="1200" cap="none" spc="0" normalizeH="0" baseline="0" mc:Ignorable="hp" hp:hslEmbossed="0">
                <a:solidFill>
                  <a:srgbClr val="ff0000"/>
                </a:solidFill>
                <a:latin typeface="Tahoma"/>
                <a:ea typeface="함초롬돋움"/>
                <a:cs typeface="함초롬돋움"/>
              </a:rPr>
              <a:t>goedu.kr</a:t>
            </a:r>
            <a:r>
              <a:rPr xmlns:mc="http://schemas.openxmlformats.org/markup-compatibility/2006" xmlns:hp="http://schemas.haansoft.com/office/presentation/8.0" kumimoji="0" lang="ko-KR" altLang="en-US" sz="2700" b="0" i="0" u="none" strike="noStrike" kern="1200" cap="none" spc="0" normalizeH="0" baseline="0" mc:Ignorable="hp" hp:hslEmbossed="0">
                <a:solidFill>
                  <a:srgbClr val="ff0000"/>
                </a:solidFill>
                <a:latin typeface="Tahoma"/>
                <a:ea typeface="함초롬돋움"/>
                <a:cs typeface="함초롬돋움"/>
              </a:rPr>
              <a:t>"</a:t>
            </a:r>
            <a:endParaRPr xmlns:mc="http://schemas.openxmlformats.org/markup-compatibility/2006" xmlns:hp="http://schemas.haansoft.com/office/presentation/8.0" kumimoji="0" lang="ko-KR" altLang="en-US" sz="2700" b="0" i="0" u="none" strike="noStrike" kern="1200" cap="none" spc="0" normalizeH="0" baseline="0" mc:Ignorable="hp" hp:hslEmbossed="0">
              <a:solidFill>
                <a:srgbClr val="ff0000"/>
              </a:solidFill>
              <a:latin typeface="Tahoma"/>
              <a:ea typeface="함초롬돋움"/>
              <a:cs typeface="함초롬돋움"/>
            </a:endParaRPr>
          </a:p>
        </p:txBody>
      </p:sp>
      <p:sp>
        <p:nvSpPr>
          <p:cNvPr id="39" name="가로 글상자 38"/>
          <p:cNvSpPr txBox="1"/>
          <p:nvPr/>
        </p:nvSpPr>
        <p:spPr>
          <a:xfrm>
            <a:off x="2261868" y="3043517"/>
            <a:ext cx="8705311" cy="499783"/>
          </a:xfrm>
          <a:prstGeom prst="rect">
            <a:avLst/>
          </a:prstGeom>
        </p:spPr>
        <p:txBody>
          <a:bodyPr wrap="square">
            <a:spAutoFit/>
          </a:bodyPr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2700" b="0" i="0" u="none" strike="noStrike" kern="1200" cap="none" spc="0" normalizeH="0" baseline="0" mc:Ignorable="hp" hp:hslEmbossed="0">
                <a:solidFill>
                  <a:srgbClr val="ff0000"/>
                </a:solidFill>
                <a:latin typeface="Tahoma"/>
                <a:ea typeface="함초롬돋움"/>
                <a:cs typeface="함초롬돋움"/>
              </a:rPr>
              <a:t>깃허브 가입할 때 사용한 구글 이메일 주소를 추천합니다</a:t>
            </a:r>
            <a:r>
              <a:rPr xmlns:mc="http://schemas.openxmlformats.org/markup-compatibility/2006" xmlns:hp="http://schemas.haansoft.com/office/presentation/8.0" kumimoji="0" lang="en-US" altLang="ko-KR" sz="2700" b="0" i="0" u="none" strike="noStrike" kern="1200" cap="none" spc="0" normalizeH="0" baseline="0" mc:Ignorable="hp" hp:hslEmbossed="0">
                <a:solidFill>
                  <a:srgbClr val="ff0000"/>
                </a:solidFill>
                <a:latin typeface="Tahoma"/>
                <a:ea typeface="함초롬돋움"/>
                <a:cs typeface="함초롬돋움"/>
              </a:rPr>
              <a:t>.</a:t>
            </a:r>
            <a:endParaRPr xmlns:mc="http://schemas.openxmlformats.org/markup-compatibility/2006" xmlns:hp="http://schemas.haansoft.com/office/presentation/8.0" kumimoji="0" lang="en-US" altLang="ko-KR" sz="2700" b="0" i="0" u="none" strike="noStrike" kern="1200" cap="none" spc="0" normalizeH="0" baseline="0" mc:Ignorable="hp" hp:hslEmbossed="0">
              <a:solidFill>
                <a:srgbClr val="ff0000"/>
              </a:solidFill>
              <a:latin typeface="Tahoma"/>
              <a:ea typeface="함초롬돋움"/>
              <a:cs typeface="함초롬돋움"/>
            </a:endParaRPr>
          </a:p>
        </p:txBody>
      </p:sp>
    </p:spTree>
    <p:extLst>
      <p:ext uri="{BB962C8B-B14F-4D97-AF65-F5344CB8AC3E}">
        <p14:creationId xmlns:p14="http://schemas.microsoft.com/office/powerpoint/2010/main" val="2976014533"/>
      </p:ext>
    </p:extLst>
  </p:cSld>
  <p:clrMapOvr>
    <a:masterClrMapping/>
  </p:clrMapOvr>
</p:sld>
</file>

<file path=ppt/slides/slide1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1"/>
          <p:cNvSpPr/>
          <p:nvPr/>
        </p:nvSpPr>
        <p:spPr>
          <a:xfrm>
            <a:off x="130969" y="0"/>
            <a:ext cx="10972798" cy="750093"/>
          </a:xfrm>
          <a:prstGeom prst="rect">
            <a:avLst/>
          </a:prstGeom>
        </p:spPr>
        <p:txBody>
          <a:bodyPr vert="horz" lIns="91440" tIns="45720" rIns="91440" bIns="45720" anchor="ctr"/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Antigravity IDE -</a:t>
            </a:r>
            <a:r>
              <a: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GitHub </a:t>
            </a:r>
            <a:r>
              <a: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연계</a:t>
            </a:r>
            <a:endPara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<a:solidFill>
                <a:schemeClr val="accent2">
                  <a:lumMod val="75000"/>
                </a:schemeClr>
              </a:solidFill>
              <a:latin typeface="나눔고딕 ExtraBold"/>
              <a:ea typeface="나눔고딕 ExtraBold"/>
            </a:endParaRPr>
          </a:p>
        </p:txBody>
      </p:sp>
      <p:pic>
        <p:nvPicPr>
          <p:cNvPr id="34" name="그림 33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235712" y="1491805"/>
            <a:ext cx="11720575" cy="5143945"/>
          </a:xfrm>
          <a:prstGeom prst="rect">
            <a:avLst/>
          </a:prstGeom>
        </p:spPr>
      </p:pic>
      <p:sp>
        <p:nvSpPr>
          <p:cNvPr id="35" name="사각형 설명선 34"/>
          <p:cNvSpPr/>
          <p:nvPr/>
        </p:nvSpPr>
        <p:spPr>
          <a:xfrm>
            <a:off x="2407355" y="1243596"/>
            <a:ext cx="1694998" cy="496418"/>
          </a:xfrm>
          <a:prstGeom prst="wedgeRectCallout">
            <a:avLst>
              <a:gd name="adj1" fmla="val -36184"/>
              <a:gd name="adj2" fmla="val 158755"/>
            </a:avLst>
          </a:prstGeom>
          <a:solidFill>
            <a:srgbClr val="ffd700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lnSpc>
                <a:spcPct val="80000"/>
              </a:lnSpc>
              <a:defRPr/>
            </a:pPr>
            <a:r>
              <a:rPr lang="en-US" altLang="ko-KR">
                <a:solidFill>
                  <a:srgbClr val="ff0000"/>
                </a:solidFill>
                <a:latin typeface="나눔고딕 ExtraBold"/>
                <a:ea typeface="나눔고딕 ExtraBold"/>
              </a:rPr>
              <a:t>Click</a:t>
            </a:r>
            <a:endParaRPr lang="en-US" altLang="ko-KR">
              <a:solidFill>
                <a:srgbClr val="ff0000"/>
              </a:solidFill>
              <a:latin typeface="나눔고딕 ExtraBold"/>
              <a:ea typeface="나눔고딕 ExtraBold"/>
            </a:endParaRPr>
          </a:p>
        </p:txBody>
      </p:sp>
      <p:sp>
        <p:nvSpPr>
          <p:cNvPr id="36" name="사각형 설명선 35"/>
          <p:cNvSpPr/>
          <p:nvPr/>
        </p:nvSpPr>
        <p:spPr>
          <a:xfrm>
            <a:off x="8385880" y="4174121"/>
            <a:ext cx="1694998" cy="496418"/>
          </a:xfrm>
          <a:prstGeom prst="wedgeRectCallout">
            <a:avLst>
              <a:gd name="adj1" fmla="val -36184"/>
              <a:gd name="adj2" fmla="val 158755"/>
            </a:avLst>
          </a:prstGeom>
          <a:solidFill>
            <a:srgbClr val="ffd700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lnSpc>
                <a:spcPct val="80000"/>
              </a:lnSpc>
              <a:defRPr/>
            </a:pPr>
            <a:r>
              <a:rPr lang="en-US" altLang="ko-KR">
                <a:solidFill>
                  <a:srgbClr val="ff0000"/>
                </a:solidFill>
                <a:latin typeface="나눔고딕 ExtraBold"/>
                <a:ea typeface="나눔고딕 ExtraBold"/>
              </a:rPr>
              <a:t>Click</a:t>
            </a:r>
            <a:endParaRPr lang="en-US" altLang="ko-KR">
              <a:solidFill>
                <a:srgbClr val="ff0000"/>
              </a:solidFill>
              <a:latin typeface="나눔고딕 ExtraBold"/>
              <a:ea typeface="나눔고딕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1450508942"/>
      </p:ext>
    </p:extLst>
  </p:cSld>
  <p:clrMapOvr>
    <a:masterClrMapping/>
  </p:clrMapOvr>
</p:sld>
</file>

<file path=ppt/slides/slide1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1"/>
          <p:cNvSpPr/>
          <p:nvPr/>
        </p:nvSpPr>
        <p:spPr>
          <a:xfrm>
            <a:off x="130969" y="0"/>
            <a:ext cx="10972798" cy="750093"/>
          </a:xfrm>
          <a:prstGeom prst="rect">
            <a:avLst/>
          </a:prstGeom>
        </p:spPr>
        <p:txBody>
          <a:bodyPr vert="horz" lIns="91440" tIns="45720" rIns="91440" bIns="45720" anchor="ctr"/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Antigravity IDE -</a:t>
            </a:r>
            <a:r>
              <a: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GitHub </a:t>
            </a:r>
            <a:r>
              <a: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연계</a:t>
            </a:r>
            <a:endPara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<a:solidFill>
                <a:schemeClr val="accent2">
                  <a:lumMod val="75000"/>
                </a:schemeClr>
              </a:solidFill>
              <a:latin typeface="나눔고딕 ExtraBold"/>
              <a:ea typeface="나눔고딕 ExtraBold"/>
            </a:endParaRPr>
          </a:p>
        </p:txBody>
      </p:sp>
      <p:pic>
        <p:nvPicPr>
          <p:cNvPr id="37" name="그림 36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58447" y="1230530"/>
            <a:ext cx="10075106" cy="4396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9765617"/>
      </p:ext>
    </p:extLst>
  </p:cSld>
  <p:clrMapOvr>
    <a:masterClrMapping/>
  </p:clrMapOvr>
</p:sld>
</file>

<file path=ppt/slides/slide1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1"/>
          <p:cNvSpPr/>
          <p:nvPr/>
        </p:nvSpPr>
        <p:spPr>
          <a:xfrm>
            <a:off x="130969" y="0"/>
            <a:ext cx="10972798" cy="750093"/>
          </a:xfrm>
          <a:prstGeom prst="rect">
            <a:avLst/>
          </a:prstGeom>
        </p:spPr>
        <p:txBody>
          <a:bodyPr vert="horz" lIns="91440" tIns="45720" rIns="91440" bIns="45720" anchor="ctr"/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Antigravity IDE -</a:t>
            </a:r>
            <a:r>
              <a: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GitHub </a:t>
            </a:r>
            <a:r>
              <a: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연계</a:t>
            </a:r>
            <a:endPara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<a:solidFill>
                <a:schemeClr val="accent2">
                  <a:lumMod val="75000"/>
                </a:schemeClr>
              </a:solidFill>
              <a:latin typeface="나눔고딕 ExtraBold"/>
              <a:ea typeface="나눔고딕 ExtraBold"/>
            </a:endParaRPr>
          </a:p>
        </p:txBody>
      </p:sp>
      <p:pic>
        <p:nvPicPr>
          <p:cNvPr id="38" name="그림 37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436561" y="898839"/>
            <a:ext cx="11318876" cy="5752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2069432"/>
      </p:ext>
    </p:extLst>
  </p:cSld>
  <p:clrMapOvr>
    <a:masterClrMapping/>
  </p:clrMapOvr>
</p:sld>
</file>

<file path=ppt/slides/slide1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1"/>
          <p:cNvSpPr/>
          <p:nvPr/>
        </p:nvSpPr>
        <p:spPr>
          <a:xfrm>
            <a:off x="130969" y="0"/>
            <a:ext cx="10972798" cy="750093"/>
          </a:xfrm>
          <a:prstGeom prst="rect">
            <a:avLst/>
          </a:prstGeom>
        </p:spPr>
        <p:txBody>
          <a:bodyPr vert="horz" lIns="91440" tIns="45720" rIns="91440" bIns="45720" anchor="ctr"/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Antigravity IDE -</a:t>
            </a:r>
            <a:r>
              <a: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GitHub </a:t>
            </a:r>
            <a:r>
              <a: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연계</a:t>
            </a:r>
            <a:endPara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<a:solidFill>
                <a:schemeClr val="accent2">
                  <a:lumMod val="75000"/>
                </a:schemeClr>
              </a:solidFill>
              <a:latin typeface="나눔고딕 ExtraBold"/>
              <a:ea typeface="나눔고딕 ExtraBold"/>
            </a:endParaRPr>
          </a:p>
        </p:txBody>
      </p:sp>
      <p:pic>
        <p:nvPicPr>
          <p:cNvPr id="38" name="그림 37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284762" y="818056"/>
            <a:ext cx="11622476" cy="5782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5577274"/>
      </p:ext>
    </p:extLst>
  </p:cSld>
  <p:clrMapOvr>
    <a:masterClrMapping/>
  </p:clrMapOvr>
</p:sld>
</file>

<file path=ppt/slides/slide1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1"/>
          <p:cNvSpPr/>
          <p:nvPr/>
        </p:nvSpPr>
        <p:spPr>
          <a:xfrm>
            <a:off x="130969" y="0"/>
            <a:ext cx="10972798" cy="750093"/>
          </a:xfrm>
          <a:prstGeom prst="rect">
            <a:avLst/>
          </a:prstGeom>
        </p:spPr>
        <p:txBody>
          <a:bodyPr vert="horz" lIns="91440" tIns="45720" rIns="91440" bIns="45720" anchor="ctr"/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Antigravity IDE -</a:t>
            </a:r>
            <a:r>
              <a: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GitHub </a:t>
            </a:r>
            <a:r>
              <a: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연계</a:t>
            </a:r>
            <a:endPara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<a:solidFill>
                <a:schemeClr val="accent2">
                  <a:lumMod val="75000"/>
                </a:schemeClr>
              </a:solidFill>
              <a:latin typeface="나눔고딕 ExtraBold"/>
              <a:ea typeface="나눔고딕 ExtraBold"/>
            </a:endParaRPr>
          </a:p>
        </p:txBody>
      </p:sp>
      <p:pic>
        <p:nvPicPr>
          <p:cNvPr id="38" name="그림 37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155827" y="878659"/>
            <a:ext cx="9880346" cy="5979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8592474"/>
      </p:ext>
    </p:extLst>
  </p:cSld>
  <p:clrMapOvr>
    <a:masterClrMapping/>
  </p:clrMapOvr>
</p:sld>
</file>

<file path=ppt/slides/slide2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1"/>
          <p:cNvSpPr/>
          <p:nvPr/>
        </p:nvSpPr>
        <p:spPr>
          <a:xfrm>
            <a:off x="130969" y="0"/>
            <a:ext cx="10972798" cy="750093"/>
          </a:xfrm>
          <a:prstGeom prst="rect">
            <a:avLst/>
          </a:prstGeom>
        </p:spPr>
        <p:txBody>
          <a:bodyPr vert="horz" lIns="91440" tIns="45720" rIns="91440" bIns="45720" anchor="ctr"/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Antigravity IDE -</a:t>
            </a:r>
            <a:r>
              <a: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GitHub </a:t>
            </a:r>
            <a:r>
              <a: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연계</a:t>
            </a:r>
            <a:endPara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<a:solidFill>
                <a:schemeClr val="accent2">
                  <a:lumMod val="75000"/>
                </a:schemeClr>
              </a:solidFill>
              <a:latin typeface="나눔고딕 ExtraBold"/>
              <a:ea typeface="나눔고딕 ExtraBold"/>
            </a:endParaRPr>
          </a:p>
        </p:txBody>
      </p:sp>
      <p:pic>
        <p:nvPicPr>
          <p:cNvPr id="34" name="그림 33"/>
          <p:cNvPicPr>
            <a:picLocks noChangeAspect="1"/>
          </p:cNvPicPr>
          <p:nvPr/>
        </p:nvPicPr>
        <p:blipFill rotWithShape="1">
          <a:blip r:embed="rId2"/>
          <a:srcRect b="14480"/>
          <a:stretch>
            <a:fillRect/>
          </a:stretch>
        </p:blipFill>
        <p:spPr>
          <a:xfrm>
            <a:off x="339448" y="1413810"/>
            <a:ext cx="11445870" cy="4030380"/>
          </a:xfrm>
          <a:prstGeom prst="rect">
            <a:avLst/>
          </a:prstGeom>
        </p:spPr>
      </p:pic>
      <p:sp>
        <p:nvSpPr>
          <p:cNvPr id="35" name="사각형 설명선 34"/>
          <p:cNvSpPr/>
          <p:nvPr/>
        </p:nvSpPr>
        <p:spPr>
          <a:xfrm>
            <a:off x="2566105" y="2932582"/>
            <a:ext cx="1694998" cy="496418"/>
          </a:xfrm>
          <a:prstGeom prst="wedgeRectCallout">
            <a:avLst>
              <a:gd name="adj1" fmla="val -36184"/>
              <a:gd name="adj2" fmla="val 158755"/>
            </a:avLst>
          </a:prstGeom>
          <a:solidFill>
            <a:srgbClr val="ffd700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lnSpc>
                <a:spcPct val="80000"/>
              </a:lnSpc>
              <a:defRPr/>
            </a:pPr>
            <a:r>
              <a:rPr lang="ko-KR" altLang="en-US">
                <a:solidFill>
                  <a:srgbClr val="ff0000"/>
                </a:solidFill>
                <a:latin typeface="나눔고딕 ExtraBold"/>
                <a:ea typeface="나눔고딕 ExtraBold"/>
              </a:rPr>
              <a:t>복사</a:t>
            </a:r>
            <a:endParaRPr lang="ko-KR" altLang="en-US">
              <a:solidFill>
                <a:srgbClr val="ff0000"/>
              </a:solidFill>
              <a:latin typeface="나눔고딕 ExtraBold"/>
              <a:ea typeface="나눔고딕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3165219759"/>
      </p:ext>
    </p:extLst>
  </p:cSld>
  <p:clrMapOvr>
    <a:masterClrMapping/>
  </p:clrMapOvr>
</p:sld>
</file>

<file path=ppt/slides/slide2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1"/>
          <p:cNvSpPr/>
          <p:nvPr/>
        </p:nvSpPr>
        <p:spPr>
          <a:xfrm>
            <a:off x="130969" y="0"/>
            <a:ext cx="10972798" cy="750093"/>
          </a:xfrm>
          <a:prstGeom prst="rect">
            <a:avLst/>
          </a:prstGeom>
        </p:spPr>
        <p:txBody>
          <a:bodyPr vert="horz" lIns="91440" tIns="45720" rIns="91440" bIns="45720" anchor="ctr"/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Antigravity IDE -</a:t>
            </a:r>
            <a:r>
              <a: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GitHub </a:t>
            </a:r>
            <a:r>
              <a: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연계</a:t>
            </a:r>
            <a:endPara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<a:solidFill>
                <a:schemeClr val="accent2">
                  <a:lumMod val="75000"/>
                </a:schemeClr>
              </a:solidFill>
              <a:latin typeface="나눔고딕 ExtraBold"/>
              <a:ea typeface="나눔고딕 ExtraBold"/>
            </a:endParaRPr>
          </a:p>
        </p:txBody>
      </p:sp>
      <p:pic>
        <p:nvPicPr>
          <p:cNvPr id="34" name="그림 33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458828" y="991481"/>
            <a:ext cx="9274344" cy="5524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0444841"/>
      </p:ext>
    </p:extLst>
  </p:cSld>
  <p:clrMapOvr>
    <a:masterClrMapping/>
  </p:clrMapOvr>
</p:sld>
</file>

<file path=ppt/slides/slide2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1"/>
          <p:cNvSpPr/>
          <p:nvPr/>
        </p:nvSpPr>
        <p:spPr>
          <a:xfrm>
            <a:off x="130969" y="0"/>
            <a:ext cx="10972798" cy="750093"/>
          </a:xfrm>
          <a:prstGeom prst="rect">
            <a:avLst/>
          </a:prstGeom>
        </p:spPr>
        <p:txBody>
          <a:bodyPr vert="horz" lIns="91440" tIns="45720" rIns="91440" bIns="45720" anchor="ctr"/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Antigravity</a:t>
            </a:r>
            <a:r>
              <a: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에서 </a:t>
            </a:r>
            <a:r>
              <a:rPr xmlns:mc="http://schemas.openxmlformats.org/markup-compatibility/2006" xmlns:hp="http://schemas.haansoft.com/office/presentation/8.0" kumimoji="0" lang="en-US" altLang="ko-KR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GitHub </a:t>
            </a:r>
            <a:r>
              <a: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자동 업로드 하기</a:t>
            </a:r>
            <a:endPara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<a:solidFill>
                <a:schemeClr val="accent2">
                  <a:lumMod val="75000"/>
                </a:schemeClr>
              </a:solidFill>
              <a:latin typeface="나눔고딕 ExtraBold"/>
              <a:ea typeface="나눔고딕 ExtraBold"/>
            </a:endParaRPr>
          </a:p>
        </p:txBody>
      </p:sp>
      <p:sp>
        <p:nvSpPr>
          <p:cNvPr id="29" name="제목 1"/>
          <p:cNvSpPr/>
          <p:nvPr/>
        </p:nvSpPr>
        <p:spPr>
          <a:xfrm>
            <a:off x="609601" y="829733"/>
            <a:ext cx="10972798" cy="750093"/>
          </a:xfrm>
          <a:prstGeom prst="rect">
            <a:avLst/>
          </a:prstGeom>
        </p:spPr>
        <p:txBody>
          <a:bodyPr vert="horz" lIns="91440" tIns="45720" rIns="91440" bIns="45720" anchor="ctr"/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3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GitHub Repository(</a:t>
            </a:r>
            <a:r>
              <a:rPr xmlns:mc="http://schemas.openxmlformats.org/markup-compatibility/2006" xmlns:hp="http://schemas.haansoft.com/office/presentation/8.0" kumimoji="0" lang="ko-KR" altLang="en-US" sz="3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저장소</a:t>
            </a:r>
            <a:r>
              <a:rPr xmlns:mc="http://schemas.openxmlformats.org/markup-compatibility/2006" xmlns:hp="http://schemas.haansoft.com/office/presentation/8.0" kumimoji="0" lang="en-US" altLang="ko-KR" sz="3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)</a:t>
            </a:r>
            <a:r>
              <a:rPr xmlns:mc="http://schemas.openxmlformats.org/markup-compatibility/2006" xmlns:hp="http://schemas.haansoft.com/office/presentation/8.0" kumimoji="0" lang="ko-KR" altLang="en-US" sz="3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 초기 설정</a:t>
            </a:r>
            <a:endParaRPr xmlns:mc="http://schemas.openxmlformats.org/markup-compatibility/2006" xmlns:hp="http://schemas.haansoft.com/office/presentation/8.0" kumimoji="0" lang="ko-KR" altLang="en-US" sz="3000" b="0" i="0" u="none" strike="noStrike" kern="1200" cap="none" spc="0" normalizeH="0" baseline="0" mc:Ignorable="hp" hp:hslEmbossed="0">
              <a:solidFill>
                <a:schemeClr val="dk1"/>
              </a:solidFill>
              <a:latin typeface="나눔고딕 ExtraBold"/>
              <a:ea typeface="나눔고딕 ExtraBold"/>
            </a:endParaRPr>
          </a:p>
        </p:txBody>
      </p:sp>
      <p:grpSp>
        <p:nvGrpSpPr>
          <p:cNvPr id="108" name=""/>
          <p:cNvGrpSpPr/>
          <p:nvPr/>
        </p:nvGrpSpPr>
        <p:grpSpPr>
          <a:xfrm rot="0">
            <a:off x="0" y="1494100"/>
            <a:ext cx="10561279" cy="5278174"/>
            <a:chOff x="609601" y="1579826"/>
            <a:chExt cx="10561279" cy="5278174"/>
          </a:xfrm>
        </p:grpSpPr>
        <p:pic>
          <p:nvPicPr>
            <p:cNvPr id="102" name="그림 101"/>
            <p:cNvPicPr>
              <a:picLocks noChangeAspect="1"/>
            </p:cNvPicPr>
            <p:nvPr/>
          </p:nvPicPr>
          <p:blipFill rotWithShape="1">
            <a:blip r:embed="rId2"/>
            <a:stretch>
              <a:fillRect/>
            </a:stretch>
          </p:blipFill>
          <p:spPr>
            <a:xfrm>
              <a:off x="1380951" y="1579826"/>
              <a:ext cx="9789929" cy="5278174"/>
            </a:xfrm>
            <a:prstGeom prst="rect">
              <a:avLst/>
            </a:prstGeom>
          </p:spPr>
        </p:pic>
        <p:sp>
          <p:nvSpPr>
            <p:cNvPr id="103" name="모서리가 둥근 직사각형 102"/>
            <p:cNvSpPr/>
            <p:nvPr/>
          </p:nvSpPr>
          <p:spPr>
            <a:xfrm>
              <a:off x="1426184" y="4504165"/>
              <a:ext cx="529169" cy="433916"/>
            </a:xfrm>
            <a:prstGeom prst="roundRect">
              <a:avLst>
                <a:gd name="adj" fmla="val 16667"/>
              </a:avLst>
            </a:prstGeom>
            <a:noFill/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lvl="0" algn="ctr">
                <a:defRPr/>
              </a:pPr>
              <a:endParaRPr lang="ko-KR" altLang="en-US"/>
            </a:p>
          </p:txBody>
        </p:sp>
        <p:sp>
          <p:nvSpPr>
            <p:cNvPr id="104" name="사각형 설명선 103"/>
            <p:cNvSpPr/>
            <p:nvPr/>
          </p:nvSpPr>
          <p:spPr>
            <a:xfrm>
              <a:off x="609601" y="3633096"/>
              <a:ext cx="1197582" cy="496418"/>
            </a:xfrm>
            <a:prstGeom prst="wedgeRectCallout">
              <a:avLst>
                <a:gd name="adj1" fmla="val 26275"/>
                <a:gd name="adj2" fmla="val 120856"/>
              </a:avLst>
            </a:prstGeom>
            <a:solidFill>
              <a:srgbClr val="ffd700"/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lvl="0" algn="ctr">
                <a:lnSpc>
                  <a:spcPct val="80000"/>
                </a:lnSpc>
                <a:defRPr/>
              </a:pPr>
              <a:r>
                <a:rPr lang="en-US" altLang="ko-KR">
                  <a:solidFill>
                    <a:srgbClr val="ff0000"/>
                  </a:solidFill>
                  <a:latin typeface="나눔고딕 ExtraBold"/>
                  <a:ea typeface="나눔고딕 ExtraBold"/>
                </a:rPr>
                <a:t>1. Click</a:t>
              </a:r>
              <a:endParaRPr lang="en-US" altLang="ko-KR">
                <a:solidFill>
                  <a:srgbClr val="ff0000"/>
                </a:solidFill>
                <a:latin typeface="나눔고딕 ExtraBold"/>
                <a:ea typeface="나눔고딕 ExtraBold"/>
              </a:endParaRPr>
            </a:p>
          </p:txBody>
        </p:sp>
        <p:sp>
          <p:nvSpPr>
            <p:cNvPr id="105" name="모서리가 둥근 직사각형 104"/>
            <p:cNvSpPr/>
            <p:nvPr/>
          </p:nvSpPr>
          <p:spPr>
            <a:xfrm>
              <a:off x="2361751" y="3912556"/>
              <a:ext cx="4053419" cy="518583"/>
            </a:xfrm>
            <a:prstGeom prst="roundRect">
              <a:avLst>
                <a:gd name="adj" fmla="val 16667"/>
              </a:avLst>
            </a:prstGeom>
            <a:noFill/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lvl="0" algn="ctr">
                <a:defRPr/>
              </a:pPr>
              <a:endParaRPr lang="ko-KR" altLang="en-US"/>
            </a:p>
          </p:txBody>
        </p:sp>
        <p:sp>
          <p:nvSpPr>
            <p:cNvPr id="106" name="사각형 설명선 105"/>
            <p:cNvSpPr/>
            <p:nvPr/>
          </p:nvSpPr>
          <p:spPr>
            <a:xfrm>
              <a:off x="5217588" y="3180791"/>
              <a:ext cx="1197582" cy="496418"/>
            </a:xfrm>
            <a:prstGeom prst="wedgeRectCallout">
              <a:avLst>
                <a:gd name="adj1" fmla="val 26275"/>
                <a:gd name="adj2" fmla="val 120856"/>
              </a:avLst>
            </a:prstGeom>
            <a:solidFill>
              <a:srgbClr val="ffd700"/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lvl="0" algn="ctr">
                <a:lnSpc>
                  <a:spcPct val="80000"/>
                </a:lnSpc>
                <a:defRPr/>
              </a:pPr>
              <a:r>
                <a:rPr lang="en-US" altLang="ko-KR">
                  <a:solidFill>
                    <a:srgbClr val="ff0000"/>
                  </a:solidFill>
                  <a:latin typeface="나눔고딕 ExtraBold"/>
                  <a:ea typeface="나눔고딕 ExtraBold"/>
                </a:rPr>
                <a:t>2. Click</a:t>
              </a:r>
              <a:endParaRPr lang="en-US" altLang="ko-KR">
                <a:solidFill>
                  <a:srgbClr val="ff0000"/>
                </a:solidFill>
                <a:latin typeface="나눔고딕 ExtraBold"/>
                <a:ea typeface="나눔고딕 ExtraBold"/>
              </a:endParaRPr>
            </a:p>
          </p:txBody>
        </p:sp>
      </p:grpSp>
      <p:pic>
        <p:nvPicPr>
          <p:cNvPr id="107" name="그림 106"/>
          <p:cNvPicPr>
            <a:picLocks noChangeAspect="1"/>
          </p:cNvPicPr>
          <p:nvPr/>
        </p:nvPicPr>
        <p:blipFill rotWithShape="1">
          <a:blip r:embed="rId3"/>
          <a:srcRect l="7360" t="12830" b="15030"/>
          <a:stretch>
            <a:fillRect/>
          </a:stretch>
        </p:blipFill>
        <p:spPr>
          <a:xfrm>
            <a:off x="3068284" y="4656662"/>
            <a:ext cx="8995656" cy="2096562"/>
          </a:xfrm>
          <a:prstGeom prst="rect">
            <a:avLst/>
          </a:prstGeom>
          <a:ln w="76200">
            <a:solidFill>
              <a:srgbClr val="ffd700"/>
            </a:solidFill>
          </a:ln>
        </p:spPr>
      </p:pic>
      <p:sp>
        <p:nvSpPr>
          <p:cNvPr id="109" name="모서리가 둥근 직사각형 108"/>
          <p:cNvSpPr/>
          <p:nvPr/>
        </p:nvSpPr>
        <p:spPr>
          <a:xfrm>
            <a:off x="3227913" y="6205799"/>
            <a:ext cx="7683503" cy="499801"/>
          </a:xfrm>
          <a:prstGeom prst="roundRect">
            <a:avLst>
              <a:gd name="adj" fmla="val 16667"/>
            </a:avLst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110" name="사각형 설명선 109"/>
          <p:cNvSpPr/>
          <p:nvPr/>
        </p:nvSpPr>
        <p:spPr>
          <a:xfrm>
            <a:off x="6506198" y="4852357"/>
            <a:ext cx="4055082" cy="852586"/>
          </a:xfrm>
          <a:prstGeom prst="wedgeRectCallout">
            <a:avLst>
              <a:gd name="adj1" fmla="val -52573"/>
              <a:gd name="adj2" fmla="val 131096"/>
            </a:avLst>
          </a:prstGeom>
          <a:solidFill>
            <a:srgbClr val="ffd700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lnSpc>
                <a:spcPct val="80000"/>
              </a:lnSpc>
              <a:defRPr/>
            </a:pPr>
            <a:r>
              <a:rPr lang="en-US" altLang="ko-KR" sz="2900">
                <a:solidFill>
                  <a:srgbClr val="ff0000"/>
                </a:solidFill>
                <a:latin typeface="나눔고딕 ExtraBold"/>
                <a:ea typeface="나눔고딕 ExtraBold"/>
              </a:rPr>
              <a:t>3. Public </a:t>
            </a:r>
            <a:r>
              <a:rPr lang="ko-KR" altLang="en-US" sz="2900">
                <a:solidFill>
                  <a:srgbClr val="ff0000"/>
                </a:solidFill>
                <a:latin typeface="나눔고딕 ExtraBold"/>
                <a:ea typeface="나눔고딕 ExtraBold"/>
              </a:rPr>
              <a:t>선택</a:t>
            </a:r>
            <a:r>
              <a:rPr lang="en-US" altLang="ko-KR" sz="2900">
                <a:solidFill>
                  <a:srgbClr val="ff0000"/>
                </a:solidFill>
                <a:latin typeface="나눔고딕 ExtraBold"/>
                <a:ea typeface="나눔고딕 ExtraBold"/>
              </a:rPr>
              <a:t>!!!!</a:t>
            </a:r>
            <a:r>
              <a:rPr lang="ko-KR" altLang="en-US" sz="2900">
                <a:solidFill>
                  <a:srgbClr val="ff0000"/>
                </a:solidFill>
                <a:latin typeface="나눔고딕 ExtraBold"/>
                <a:ea typeface="나눔고딕 ExtraBold"/>
              </a:rPr>
              <a:t> </a:t>
            </a:r>
            <a:r>
              <a:rPr lang="en-US" altLang="ko-KR" sz="2900">
                <a:solidFill>
                  <a:srgbClr val="ff0000"/>
                </a:solidFill>
                <a:latin typeface="나눔고딕 ExtraBold"/>
                <a:ea typeface="나눔고딕 ExtraBold"/>
              </a:rPr>
              <a:t>(</a:t>
            </a:r>
            <a:r>
              <a:rPr lang="ko-KR" altLang="en-US" sz="2900">
                <a:solidFill>
                  <a:srgbClr val="ff0000"/>
                </a:solidFill>
                <a:latin typeface="나눔고딕 ExtraBold"/>
                <a:ea typeface="나눔고딕 ExtraBold"/>
              </a:rPr>
              <a:t>중요</a:t>
            </a:r>
            <a:r>
              <a:rPr lang="en-US" altLang="ko-KR" sz="2900">
                <a:solidFill>
                  <a:srgbClr val="ff0000"/>
                </a:solidFill>
                <a:latin typeface="나눔고딕 ExtraBold"/>
                <a:ea typeface="나눔고딕 ExtraBold"/>
              </a:rPr>
              <a:t>)</a:t>
            </a:r>
            <a:endParaRPr lang="en-US" altLang="ko-KR" sz="2900">
              <a:solidFill>
                <a:srgbClr val="ff0000"/>
              </a:solidFill>
              <a:latin typeface="나눔고딕 ExtraBold"/>
              <a:ea typeface="나눔고딕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2400919481"/>
      </p:ext>
    </p:extLst>
  </p:cSld>
  <p:clrMapOvr>
    <a:masterClrMapping/>
  </p:clrMapOvr>
</p:sld>
</file>

<file path=ppt/slides/slide2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1"/>
          <p:cNvSpPr/>
          <p:nvPr/>
        </p:nvSpPr>
        <p:spPr>
          <a:xfrm>
            <a:off x="130969" y="0"/>
            <a:ext cx="10972798" cy="750093"/>
          </a:xfrm>
          <a:prstGeom prst="rect">
            <a:avLst/>
          </a:prstGeom>
        </p:spPr>
        <p:txBody>
          <a:bodyPr vert="horz" lIns="91440" tIns="45720" rIns="91440" bIns="45720" anchor="ctr"/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Antigravity</a:t>
            </a:r>
            <a:r>
              <a: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에서 </a:t>
            </a:r>
            <a:r>
              <a:rPr xmlns:mc="http://schemas.openxmlformats.org/markup-compatibility/2006" xmlns:hp="http://schemas.haansoft.com/office/presentation/8.0" kumimoji="0" lang="en-US" altLang="ko-KR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GitHub </a:t>
            </a:r>
            <a:r>
              <a: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자동 업로드 하기</a:t>
            </a:r>
            <a:endPara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<a:solidFill>
                <a:schemeClr val="accent2">
                  <a:lumMod val="75000"/>
                </a:schemeClr>
              </a:solidFill>
              <a:latin typeface="나눔고딕 ExtraBold"/>
              <a:ea typeface="나눔고딕 ExtraBold"/>
            </a:endParaRPr>
          </a:p>
        </p:txBody>
      </p:sp>
      <p:pic>
        <p:nvPicPr>
          <p:cNvPr id="35" name="그림 34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732428" y="970961"/>
            <a:ext cx="10727144" cy="5532401"/>
          </a:xfrm>
          <a:prstGeom prst="rect">
            <a:avLst/>
          </a:prstGeom>
        </p:spPr>
      </p:pic>
      <p:sp>
        <p:nvSpPr>
          <p:cNvPr id="36" name="사각형 설명선 35"/>
          <p:cNvSpPr/>
          <p:nvPr/>
        </p:nvSpPr>
        <p:spPr>
          <a:xfrm>
            <a:off x="4159250" y="2420243"/>
            <a:ext cx="1197582" cy="496418"/>
          </a:xfrm>
          <a:prstGeom prst="wedgeRectCallout">
            <a:avLst>
              <a:gd name="adj1" fmla="val 26275"/>
              <a:gd name="adj2" fmla="val 120856"/>
            </a:avLst>
          </a:prstGeom>
          <a:solidFill>
            <a:srgbClr val="ffd700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lnSpc>
                <a:spcPct val="80000"/>
              </a:lnSpc>
              <a:defRPr/>
            </a:pPr>
            <a:r>
              <a:rPr lang="en-US" altLang="ko-KR">
                <a:solidFill>
                  <a:srgbClr val="ff0000"/>
                </a:solidFill>
                <a:latin typeface="나눔고딕 ExtraBold"/>
                <a:ea typeface="나눔고딕 ExtraBold"/>
              </a:rPr>
              <a:t>Click</a:t>
            </a:r>
            <a:endParaRPr lang="en-US" altLang="ko-KR">
              <a:solidFill>
                <a:srgbClr val="ff0000"/>
              </a:solidFill>
              <a:latin typeface="나눔고딕 ExtraBold"/>
              <a:ea typeface="나눔고딕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1606556436"/>
      </p:ext>
    </p:extLst>
  </p:cSld>
  <p:clrMapOvr>
    <a:masterClrMapping/>
  </p:clrMapOvr>
</p:sld>
</file>

<file path=ppt/slides/slide2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그림 3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390506" y="685858"/>
            <a:ext cx="9410988" cy="6172141"/>
          </a:xfrm>
          <a:prstGeom prst="rect">
            <a:avLst/>
          </a:prstGeom>
        </p:spPr>
      </p:pic>
      <p:sp>
        <p:nvSpPr>
          <p:cNvPr id="8" name="제목 1"/>
          <p:cNvSpPr/>
          <p:nvPr/>
        </p:nvSpPr>
        <p:spPr>
          <a:xfrm>
            <a:off x="130969" y="0"/>
            <a:ext cx="10972798" cy="750093"/>
          </a:xfrm>
          <a:prstGeom prst="rect">
            <a:avLst/>
          </a:prstGeom>
        </p:spPr>
        <p:txBody>
          <a:bodyPr vert="horz" lIns="91440" tIns="45720" rIns="91440" bIns="45720" anchor="ctr"/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GitHub - </a:t>
            </a:r>
            <a:r>
              <a: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웹 주소 활성화 방법</a:t>
            </a:r>
            <a:endPara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<a:solidFill>
                <a:schemeClr val="accent2">
                  <a:lumMod val="75000"/>
                </a:schemeClr>
              </a:solidFill>
              <a:latin typeface="나눔고딕 ExtraBold"/>
              <a:ea typeface="나눔고딕 ExtraBold"/>
            </a:endParaRPr>
          </a:p>
        </p:txBody>
      </p:sp>
      <p:sp>
        <p:nvSpPr>
          <p:cNvPr id="27" name="사각형 설명선 26"/>
          <p:cNvSpPr/>
          <p:nvPr/>
        </p:nvSpPr>
        <p:spPr>
          <a:xfrm>
            <a:off x="7913550" y="1279259"/>
            <a:ext cx="2054831" cy="535112"/>
          </a:xfrm>
          <a:prstGeom prst="wedgeRectCallout">
            <a:avLst>
              <a:gd name="adj1" fmla="val 50592"/>
              <a:gd name="adj2" fmla="val -99297"/>
            </a:avLst>
          </a:prstGeom>
          <a:solidFill>
            <a:srgbClr val="ffd700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r>
              <a:rPr lang="en-US" altLang="ko-KR">
                <a:solidFill>
                  <a:srgbClr val="ff0000"/>
                </a:solidFill>
                <a:latin typeface="나눔고딕 ExtraBold"/>
                <a:ea typeface="나눔고딕 ExtraBold"/>
              </a:rPr>
              <a:t>1.</a:t>
            </a:r>
            <a:r>
              <a:rPr lang="ko-KR" altLang="en-US">
                <a:solidFill>
                  <a:srgbClr val="ff0000"/>
                </a:solidFill>
                <a:latin typeface="나눔고딕 ExtraBold"/>
                <a:ea typeface="나눔고딕 ExtraBold"/>
              </a:rPr>
              <a:t> </a:t>
            </a:r>
            <a:r>
              <a:rPr lang="en-US" altLang="ko-KR">
                <a:solidFill>
                  <a:srgbClr val="ff0000"/>
                </a:solidFill>
                <a:latin typeface="나눔고딕 ExtraBold"/>
                <a:ea typeface="나눔고딕 ExtraBold"/>
              </a:rPr>
              <a:t>Settings</a:t>
            </a:r>
            <a:endParaRPr lang="en-US" altLang="ko-KR">
              <a:solidFill>
                <a:srgbClr val="ff0000"/>
              </a:solidFill>
              <a:latin typeface="나눔고딕 ExtraBold"/>
              <a:ea typeface="나눔고딕 ExtraBold"/>
            </a:endParaRPr>
          </a:p>
        </p:txBody>
      </p:sp>
      <p:sp>
        <p:nvSpPr>
          <p:cNvPr id="28" name="사각형 설명선 27"/>
          <p:cNvSpPr/>
          <p:nvPr/>
        </p:nvSpPr>
        <p:spPr>
          <a:xfrm>
            <a:off x="363090" y="5425179"/>
            <a:ext cx="2054831" cy="535112"/>
          </a:xfrm>
          <a:prstGeom prst="wedgeRectCallout">
            <a:avLst>
              <a:gd name="adj1" fmla="val 49312"/>
              <a:gd name="adj2" fmla="val 150560"/>
            </a:avLst>
          </a:prstGeom>
          <a:solidFill>
            <a:srgbClr val="ffd700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r>
              <a:rPr lang="en-US" altLang="ko-KR">
                <a:solidFill>
                  <a:srgbClr val="ff0000"/>
                </a:solidFill>
                <a:latin typeface="나눔고딕 ExtraBold"/>
                <a:ea typeface="나눔고딕 ExtraBold"/>
              </a:rPr>
              <a:t>2.</a:t>
            </a:r>
            <a:r>
              <a:rPr lang="ko-KR" altLang="en-US">
                <a:solidFill>
                  <a:srgbClr val="ff0000"/>
                </a:solidFill>
                <a:latin typeface="나눔고딕 ExtraBold"/>
                <a:ea typeface="나눔고딕 ExtraBold"/>
              </a:rPr>
              <a:t> </a:t>
            </a:r>
            <a:r>
              <a:rPr lang="en-US" altLang="ko-KR">
                <a:solidFill>
                  <a:srgbClr val="ff0000"/>
                </a:solidFill>
                <a:latin typeface="나눔고딕 ExtraBold"/>
                <a:ea typeface="나눔고딕 ExtraBold"/>
              </a:rPr>
              <a:t>Pages</a:t>
            </a:r>
            <a:endParaRPr lang="en-US" altLang="ko-KR">
              <a:solidFill>
                <a:srgbClr val="ff0000"/>
              </a:solidFill>
              <a:latin typeface="나눔고딕 ExtraBold"/>
              <a:ea typeface="나눔고딕 ExtraBold"/>
            </a:endParaRPr>
          </a:p>
        </p:txBody>
      </p:sp>
      <p:sp>
        <p:nvSpPr>
          <p:cNvPr id="29" name="사각형 설명선 28"/>
          <p:cNvSpPr/>
          <p:nvPr/>
        </p:nvSpPr>
        <p:spPr>
          <a:xfrm>
            <a:off x="5958416" y="3697846"/>
            <a:ext cx="2054831" cy="535112"/>
          </a:xfrm>
          <a:prstGeom prst="wedgeRectCallout">
            <a:avLst>
              <a:gd name="adj1" fmla="val -57699"/>
              <a:gd name="adj2" fmla="val 112671"/>
            </a:avLst>
          </a:prstGeom>
          <a:solidFill>
            <a:srgbClr val="ffd700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r>
              <a:rPr lang="en-US" altLang="ko-KR">
                <a:solidFill>
                  <a:srgbClr val="ff0000"/>
                </a:solidFill>
                <a:latin typeface="나눔고딕 ExtraBold"/>
                <a:ea typeface="나눔고딕 ExtraBold"/>
              </a:rPr>
              <a:t>3.</a:t>
            </a:r>
            <a:r>
              <a:rPr lang="ko-KR" altLang="en-US">
                <a:solidFill>
                  <a:srgbClr val="ff0000"/>
                </a:solidFill>
                <a:latin typeface="나눔고딕 ExtraBold"/>
                <a:ea typeface="나눔고딕 ExtraBold"/>
              </a:rPr>
              <a:t> </a:t>
            </a:r>
            <a:r>
              <a:rPr lang="en-US" altLang="ko-KR">
                <a:solidFill>
                  <a:srgbClr val="ff0000"/>
                </a:solidFill>
                <a:latin typeface="나눔고딕 ExtraBold"/>
                <a:ea typeface="나눔고딕 ExtraBold"/>
              </a:rPr>
              <a:t>None</a:t>
            </a:r>
            <a:r>
              <a:rPr lang="ko-KR" altLang="en-US">
                <a:solidFill>
                  <a:srgbClr val="ff0000"/>
                </a:solidFill>
                <a:latin typeface="나눔고딕 ExtraBold"/>
                <a:ea typeface="나눔고딕 ExtraBold"/>
              </a:rPr>
              <a:t> 클릭</a:t>
            </a:r>
            <a:endParaRPr lang="ko-KR" altLang="en-US">
              <a:solidFill>
                <a:srgbClr val="ff0000"/>
              </a:solidFill>
              <a:latin typeface="나눔고딕 ExtraBold"/>
              <a:ea typeface="나눔고딕 ExtraBold"/>
            </a:endParaRPr>
          </a:p>
        </p:txBody>
      </p:sp>
      <p:sp>
        <p:nvSpPr>
          <p:cNvPr id="30" name="사각형 설명선 29"/>
          <p:cNvSpPr/>
          <p:nvPr/>
        </p:nvSpPr>
        <p:spPr>
          <a:xfrm>
            <a:off x="6318250" y="5960291"/>
            <a:ext cx="2054831" cy="535112"/>
          </a:xfrm>
          <a:prstGeom prst="wedgeRectCallout">
            <a:avLst>
              <a:gd name="adj1" fmla="val -67938"/>
              <a:gd name="adj2" fmla="val -8166"/>
            </a:avLst>
          </a:prstGeom>
          <a:solidFill>
            <a:srgbClr val="ffd700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r>
              <a:rPr lang="en-US" altLang="ko-KR">
                <a:solidFill>
                  <a:srgbClr val="ff0000"/>
                </a:solidFill>
                <a:latin typeface="나눔고딕 ExtraBold"/>
                <a:ea typeface="나눔고딕 ExtraBold"/>
              </a:rPr>
              <a:t>4.</a:t>
            </a:r>
            <a:r>
              <a:rPr lang="ko-KR" altLang="en-US">
                <a:solidFill>
                  <a:srgbClr val="ff0000"/>
                </a:solidFill>
                <a:latin typeface="나눔고딕 ExtraBold"/>
                <a:ea typeface="나눔고딕 ExtraBold"/>
              </a:rPr>
              <a:t> </a:t>
            </a:r>
            <a:r>
              <a:rPr lang="en-US" altLang="ko-KR">
                <a:solidFill>
                  <a:srgbClr val="ff0000"/>
                </a:solidFill>
                <a:latin typeface="나눔고딕 ExtraBold"/>
                <a:ea typeface="나눔고딕 ExtraBold"/>
              </a:rPr>
              <a:t>main </a:t>
            </a:r>
            <a:r>
              <a:rPr lang="ko-KR" altLang="en-US">
                <a:solidFill>
                  <a:srgbClr val="ff0000"/>
                </a:solidFill>
                <a:latin typeface="나눔고딕 ExtraBold"/>
                <a:ea typeface="나눔고딕 ExtraBold"/>
              </a:rPr>
              <a:t>선택</a:t>
            </a:r>
            <a:endParaRPr lang="ko-KR" altLang="en-US">
              <a:solidFill>
                <a:srgbClr val="ff0000"/>
              </a:solidFill>
              <a:latin typeface="나눔고딕 ExtraBold"/>
              <a:ea typeface="나눔고딕 ExtraBold"/>
            </a:endParaRPr>
          </a:p>
        </p:txBody>
      </p:sp>
      <p:sp>
        <p:nvSpPr>
          <p:cNvPr id="31" name="사각형 설명선 30"/>
          <p:cNvSpPr/>
          <p:nvPr/>
        </p:nvSpPr>
        <p:spPr>
          <a:xfrm>
            <a:off x="9286413" y="4762125"/>
            <a:ext cx="1515081" cy="535112"/>
          </a:xfrm>
          <a:prstGeom prst="wedgeRectCallout">
            <a:avLst>
              <a:gd name="adj1" fmla="val -120164"/>
              <a:gd name="adj2" fmla="val -51194"/>
            </a:avLst>
          </a:prstGeom>
          <a:solidFill>
            <a:srgbClr val="ffd700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r>
              <a:rPr lang="en-US" altLang="ko-KR">
                <a:solidFill>
                  <a:srgbClr val="ff0000"/>
                </a:solidFill>
                <a:latin typeface="나눔고딕 ExtraBold"/>
                <a:ea typeface="나눔고딕 ExtraBold"/>
              </a:rPr>
              <a:t>5.</a:t>
            </a:r>
            <a:r>
              <a:rPr lang="ko-KR" altLang="en-US">
                <a:solidFill>
                  <a:srgbClr val="ff0000"/>
                </a:solidFill>
                <a:latin typeface="나눔고딕 ExtraBold"/>
                <a:ea typeface="나눔고딕 ExtraBold"/>
              </a:rPr>
              <a:t> </a:t>
            </a:r>
            <a:r>
              <a:rPr lang="en-US" altLang="ko-KR">
                <a:solidFill>
                  <a:srgbClr val="ff0000"/>
                </a:solidFill>
                <a:latin typeface="나눔고딕 ExtraBold"/>
                <a:ea typeface="나눔고딕 ExtraBold"/>
              </a:rPr>
              <a:t>Save </a:t>
            </a:r>
            <a:r>
              <a:rPr lang="ko-KR" altLang="en-US">
                <a:solidFill>
                  <a:srgbClr val="ff0000"/>
                </a:solidFill>
                <a:latin typeface="나눔고딕 ExtraBold"/>
                <a:ea typeface="나눔고딕 ExtraBold"/>
              </a:rPr>
              <a:t>클릭</a:t>
            </a:r>
            <a:endParaRPr lang="ko-KR" altLang="en-US">
              <a:solidFill>
                <a:srgbClr val="ff0000"/>
              </a:solidFill>
              <a:latin typeface="나눔고딕 ExtraBold"/>
              <a:ea typeface="나눔고딕 ExtraBold"/>
            </a:endParaRPr>
          </a:p>
        </p:txBody>
      </p:sp>
      <p:sp>
        <p:nvSpPr>
          <p:cNvPr id="34" name="사각형 설명선 33"/>
          <p:cNvSpPr/>
          <p:nvPr/>
        </p:nvSpPr>
        <p:spPr>
          <a:xfrm>
            <a:off x="9968382" y="6152776"/>
            <a:ext cx="2054831" cy="535112"/>
          </a:xfrm>
          <a:prstGeom prst="wedgeRectCallout">
            <a:avLst>
              <a:gd name="adj1" fmla="val -22115"/>
              <a:gd name="adj2" fmla="val 26630"/>
            </a:avLst>
          </a:prstGeom>
          <a:solidFill>
            <a:srgbClr val="ffd700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r>
              <a:rPr lang="en-US" altLang="ko-KR">
                <a:solidFill>
                  <a:srgbClr val="ff0000"/>
                </a:solidFill>
                <a:latin typeface="나눔고딕 ExtraBold"/>
                <a:ea typeface="나눔고딕 ExtraBold"/>
              </a:rPr>
              <a:t>6.</a:t>
            </a:r>
            <a:r>
              <a:rPr lang="ko-KR" altLang="en-US">
                <a:solidFill>
                  <a:srgbClr val="ff0000"/>
                </a:solidFill>
                <a:latin typeface="나눔고딕 ExtraBold"/>
                <a:ea typeface="나눔고딕 ExtraBold"/>
              </a:rPr>
              <a:t> </a:t>
            </a:r>
            <a:r>
              <a:rPr lang="en-US" altLang="ko-KR">
                <a:solidFill>
                  <a:srgbClr val="ff0000"/>
                </a:solidFill>
                <a:latin typeface="나눔고딕 ExtraBold"/>
                <a:ea typeface="나눔고딕 ExtraBold"/>
              </a:rPr>
              <a:t>2~3</a:t>
            </a:r>
            <a:r>
              <a:rPr lang="ko-KR" altLang="en-US">
                <a:solidFill>
                  <a:srgbClr val="ff0000"/>
                </a:solidFill>
                <a:latin typeface="나눔고딕 ExtraBold"/>
                <a:ea typeface="나눔고딕 ExtraBold"/>
              </a:rPr>
              <a:t>분 대기하기</a:t>
            </a:r>
            <a:endParaRPr lang="ko-KR" altLang="en-US">
              <a:solidFill>
                <a:srgbClr val="ff0000"/>
              </a:solidFill>
              <a:latin typeface="나눔고딕 ExtraBold"/>
              <a:ea typeface="나눔고딕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3116217142"/>
      </p:ext>
    </p:extLst>
  </p:cSld>
  <p:clrMapOvr>
    <a:masterClrMapping/>
  </p:clrMapOvr>
</p:sld>
</file>

<file path=ppt/slides/slide2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1"/>
          <p:cNvSpPr/>
          <p:nvPr/>
        </p:nvSpPr>
        <p:spPr>
          <a:xfrm>
            <a:off x="130969" y="0"/>
            <a:ext cx="10972798" cy="750093"/>
          </a:xfrm>
          <a:prstGeom prst="rect">
            <a:avLst/>
          </a:prstGeom>
        </p:spPr>
        <p:txBody>
          <a:bodyPr vert="horz" lIns="91440" tIns="45720" rIns="91440" bIns="45720" anchor="ctr"/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GitHub - </a:t>
            </a:r>
            <a:r>
              <a: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웹 주소 활성화 방법</a:t>
            </a:r>
            <a:endPara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<a:solidFill>
                <a:schemeClr val="accent2">
                  <a:lumMod val="75000"/>
                </a:schemeClr>
              </a:solidFill>
              <a:latin typeface="나눔고딕 ExtraBold"/>
              <a:ea typeface="나눔고딕 ExtraBold"/>
            </a:endParaRPr>
          </a:p>
        </p:txBody>
      </p:sp>
      <p:pic>
        <p:nvPicPr>
          <p:cNvPr id="35" name="그림 34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395931" y="1240192"/>
            <a:ext cx="10220621" cy="4962185"/>
          </a:xfrm>
          <a:prstGeom prst="rect">
            <a:avLst/>
          </a:prstGeom>
        </p:spPr>
      </p:pic>
      <p:sp>
        <p:nvSpPr>
          <p:cNvPr id="36" name="가로 글상자 35"/>
          <p:cNvSpPr txBox="1"/>
          <p:nvPr/>
        </p:nvSpPr>
        <p:spPr>
          <a:xfrm>
            <a:off x="3243574" y="2168261"/>
            <a:ext cx="8566896" cy="542591"/>
          </a:xfrm>
          <a:prstGeom prst="rect">
            <a:avLst/>
          </a:prstGeom>
          <a:solidFill>
            <a:schemeClr val="lt1"/>
          </a:solidFill>
          <a:ln w="28575">
            <a:solidFill>
              <a:srgbClr val="ff0000"/>
            </a:solidFill>
          </a:ln>
        </p:spPr>
        <p:txBody>
          <a:bodyPr wrap="square">
            <a:spAutoFit/>
          </a:bodyPr>
          <a:p>
            <a:pPr lvl="0">
              <a:defRPr/>
            </a:pPr>
            <a:r>
              <a:rPr lang="en-US" altLang="en-US" sz="3000" b="1" u="sng">
                <a:solidFill>
                  <a:srgbClr val="0000ff"/>
                </a:solidFill>
              </a:rPr>
              <a:t>https://teachercode.github.io/BingoApp/</a:t>
            </a:r>
            <a:endParaRPr lang="en-US" altLang="en-US" sz="3000" b="1" u="sng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8533132"/>
      </p:ext>
    </p:extLst>
  </p:cSld>
  <p:clrMapOvr>
    <a:masterClrMapping/>
  </p:clrMapOvr>
</p:sld>
</file>

<file path=ppt/slides/slide2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1"/>
          <p:cNvSpPr/>
          <p:nvPr/>
        </p:nvSpPr>
        <p:spPr>
          <a:xfrm>
            <a:off x="130969" y="0"/>
            <a:ext cx="10972798" cy="750093"/>
          </a:xfrm>
          <a:prstGeom prst="rect">
            <a:avLst/>
          </a:prstGeom>
        </p:spPr>
        <p:txBody>
          <a:bodyPr vert="horz" lIns="91440" tIns="45720" rIns="91440" bIns="45720" anchor="ctr"/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수파베이스 </a:t>
            </a:r>
            <a:r>
              <a:rPr xmlns:mc="http://schemas.openxmlformats.org/markup-compatibility/2006" xmlns:hp="http://schemas.haansoft.com/office/presentation/8.0" kumimoji="0" lang="en-US" altLang="ko-KR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DB </a:t>
            </a:r>
            <a:r>
              <a: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생성</a:t>
            </a:r>
            <a:endPara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<a:solidFill>
                <a:schemeClr val="accent2">
                  <a:lumMod val="75000"/>
                </a:schemeClr>
              </a:solidFill>
              <a:latin typeface="나눔고딕 ExtraBold"/>
              <a:ea typeface="나눔고딕 ExtraBold"/>
            </a:endParaRPr>
          </a:p>
        </p:txBody>
      </p:sp>
      <p:sp>
        <p:nvSpPr>
          <p:cNvPr id="29" name="제목 1"/>
          <p:cNvSpPr/>
          <p:nvPr/>
        </p:nvSpPr>
        <p:spPr>
          <a:xfrm>
            <a:off x="609601" y="829733"/>
            <a:ext cx="10972798" cy="750093"/>
          </a:xfrm>
          <a:prstGeom prst="rect">
            <a:avLst/>
          </a:prstGeom>
        </p:spPr>
        <p:txBody>
          <a:bodyPr vert="horz" lIns="91440" tIns="45720" rIns="91440" bIns="45720" anchor="ctr"/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3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1.</a:t>
            </a:r>
            <a:r>
              <a:rPr xmlns:mc="http://schemas.openxmlformats.org/markup-compatibility/2006" xmlns:hp="http://schemas.haansoft.com/office/presentation/8.0" kumimoji="0" lang="ko-KR" altLang="en-US" sz="3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 수파베이스 회원 가입 </a:t>
            </a:r>
            <a:endParaRPr xmlns:mc="http://schemas.openxmlformats.org/markup-compatibility/2006" xmlns:hp="http://schemas.haansoft.com/office/presentation/8.0" kumimoji="0" lang="en-US" altLang="ko-KR" sz="3000" b="0" i="0" u="none" strike="noStrike" kern="1200" cap="none" spc="0" normalizeH="0" baseline="0" mc:Ignorable="hp" hp:hslEmbossed="0">
              <a:solidFill>
                <a:schemeClr val="dk1"/>
              </a:solidFill>
              <a:latin typeface="나눔고딕 ExtraBold"/>
              <a:ea typeface="나눔고딕 ExtraBold"/>
            </a:endParaRPr>
          </a:p>
        </p:txBody>
      </p:sp>
      <p:sp>
        <p:nvSpPr>
          <p:cNvPr id="32" name="가로 글상자 31"/>
          <p:cNvSpPr txBox="1"/>
          <p:nvPr/>
        </p:nvSpPr>
        <p:spPr>
          <a:xfrm>
            <a:off x="4921251" y="933607"/>
            <a:ext cx="5312833" cy="540863"/>
          </a:xfrm>
          <a:prstGeom prst="rect">
            <a:avLst/>
          </a:prstGeom>
        </p:spPr>
        <p:txBody>
          <a:bodyPr wrap="square">
            <a:spAutoFit/>
          </a:bodyPr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3000" b="0" i="0" u="sng" strike="noStrike" kern="1200" cap="none" spc="0" normalizeH="0" baseline="0" mc:Ignorable="hp" hp:hslEmbossed="0">
                <a:solidFill>
                  <a:srgbClr val="0000ff"/>
                </a:solidFill>
                <a:latin typeface="나눔고딕 ExtraBold"/>
                <a:ea typeface="나눔고딕 ExtraBold"/>
              </a:rPr>
              <a:t>https://supabase.com/</a:t>
            </a:r>
            <a:endParaRPr xmlns:mc="http://schemas.openxmlformats.org/markup-compatibility/2006" xmlns:hp="http://schemas.haansoft.com/office/presentation/8.0" kumimoji="0" lang="en-US" altLang="ko-KR" sz="3000" b="0" i="0" u="sng" strike="noStrike" kern="1200" cap="none" spc="0" normalizeH="0" baseline="0" mc:Ignorable="hp" hp:hslEmbossed="0">
              <a:solidFill>
                <a:srgbClr val="0000ff"/>
              </a:solidFill>
              <a:latin typeface="나눔고딕 ExtraBold"/>
              <a:ea typeface="나눔고딕 ExtraBold"/>
            </a:endParaRPr>
          </a:p>
        </p:txBody>
      </p:sp>
      <p:pic>
        <p:nvPicPr>
          <p:cNvPr id="33" name="그림 3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128768" y="1657984"/>
            <a:ext cx="9934465" cy="5200015"/>
          </a:xfrm>
          <a:prstGeom prst="rect">
            <a:avLst/>
          </a:prstGeom>
          <a:ln>
            <a:solidFill>
              <a:schemeClr val="dk1"/>
            </a:solidFill>
          </a:ln>
        </p:spPr>
      </p:pic>
      <p:sp>
        <p:nvSpPr>
          <p:cNvPr id="34" name="사각형 설명선 33"/>
          <p:cNvSpPr/>
          <p:nvPr/>
        </p:nvSpPr>
        <p:spPr>
          <a:xfrm>
            <a:off x="8244599" y="2452623"/>
            <a:ext cx="1292833" cy="496418"/>
          </a:xfrm>
          <a:prstGeom prst="wedgeRectCallout">
            <a:avLst>
              <a:gd name="adj1" fmla="val 46498"/>
              <a:gd name="adj2" fmla="val -141294"/>
            </a:avLst>
          </a:prstGeom>
          <a:solidFill>
            <a:srgbClr val="ffd700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lnSpc>
                <a:spcPct val="80000"/>
              </a:lnSpc>
              <a:defRPr/>
            </a:pPr>
            <a:r>
              <a:rPr lang="en-US" altLang="ko-KR">
                <a:solidFill>
                  <a:srgbClr val="ff0000"/>
                </a:solidFill>
                <a:latin typeface="나눔고딕 ExtraBold"/>
                <a:ea typeface="나눔고딕 ExtraBold"/>
              </a:rPr>
              <a:t>Sign in</a:t>
            </a:r>
            <a:endParaRPr lang="en-US" altLang="ko-KR">
              <a:solidFill>
                <a:srgbClr val="ff0000"/>
              </a:solidFill>
              <a:latin typeface="나눔고딕 ExtraBold"/>
              <a:ea typeface="나눔고딕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3155591332"/>
      </p:ext>
    </p:extLst>
  </p:cSld>
  <p:clrMapOvr>
    <a:masterClrMapping/>
  </p:clrMapOvr>
</p:sld>
</file>

<file path=ppt/slides/slide2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1"/>
          <p:cNvSpPr/>
          <p:nvPr/>
        </p:nvSpPr>
        <p:spPr>
          <a:xfrm>
            <a:off x="130969" y="0"/>
            <a:ext cx="10972798" cy="750093"/>
          </a:xfrm>
          <a:prstGeom prst="rect">
            <a:avLst/>
          </a:prstGeom>
        </p:spPr>
        <p:txBody>
          <a:bodyPr vert="horz" lIns="91440" tIns="45720" rIns="91440" bIns="45720" anchor="ctr"/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수파베이스 </a:t>
            </a:r>
            <a:r>
              <a:rPr xmlns:mc="http://schemas.openxmlformats.org/markup-compatibility/2006" xmlns:hp="http://schemas.haansoft.com/office/presentation/8.0" kumimoji="0" lang="en-US" altLang="ko-KR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DB </a:t>
            </a:r>
            <a:r>
              <a: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생성</a:t>
            </a:r>
            <a:endPara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<a:solidFill>
                <a:schemeClr val="accent2">
                  <a:lumMod val="75000"/>
                </a:schemeClr>
              </a:solidFill>
              <a:latin typeface="나눔고딕 ExtraBold"/>
              <a:ea typeface="나눔고딕 ExtraBold"/>
            </a:endParaRPr>
          </a:p>
        </p:txBody>
      </p:sp>
      <p:sp>
        <p:nvSpPr>
          <p:cNvPr id="29" name="제목 1"/>
          <p:cNvSpPr/>
          <p:nvPr/>
        </p:nvSpPr>
        <p:spPr>
          <a:xfrm>
            <a:off x="609601" y="829733"/>
            <a:ext cx="10972798" cy="750093"/>
          </a:xfrm>
          <a:prstGeom prst="rect">
            <a:avLst/>
          </a:prstGeom>
        </p:spPr>
        <p:txBody>
          <a:bodyPr vert="horz" lIns="91440" tIns="45720" rIns="91440" bIns="45720" anchor="ctr"/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3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1.</a:t>
            </a:r>
            <a:r>
              <a:rPr xmlns:mc="http://schemas.openxmlformats.org/markup-compatibility/2006" xmlns:hp="http://schemas.haansoft.com/office/presentation/8.0" kumimoji="0" lang="ko-KR" altLang="en-US" sz="3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 수파베이스 회원 가입 </a:t>
            </a:r>
            <a:endParaRPr xmlns:mc="http://schemas.openxmlformats.org/markup-compatibility/2006" xmlns:hp="http://schemas.haansoft.com/office/presentation/8.0" kumimoji="0" lang="en-US" altLang="ko-KR" sz="3000" b="0" i="0" u="none" strike="noStrike" kern="1200" cap="none" spc="0" normalizeH="0" baseline="0" mc:Ignorable="hp" hp:hslEmbossed="0">
              <a:solidFill>
                <a:schemeClr val="dk1"/>
              </a:solidFill>
              <a:latin typeface="나눔고딕 ExtraBold"/>
              <a:ea typeface="나눔고딕 ExtraBold"/>
            </a:endParaRPr>
          </a:p>
        </p:txBody>
      </p:sp>
      <p:sp>
        <p:nvSpPr>
          <p:cNvPr id="32" name="가로 글상자 31"/>
          <p:cNvSpPr txBox="1"/>
          <p:nvPr/>
        </p:nvSpPr>
        <p:spPr>
          <a:xfrm>
            <a:off x="4921251" y="933607"/>
            <a:ext cx="5312833" cy="540863"/>
          </a:xfrm>
          <a:prstGeom prst="rect">
            <a:avLst/>
          </a:prstGeom>
        </p:spPr>
        <p:txBody>
          <a:bodyPr wrap="square">
            <a:spAutoFit/>
          </a:bodyPr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3000" b="0" i="0" u="sng" strike="noStrike" kern="1200" cap="none" spc="0" normalizeH="0" baseline="0" mc:Ignorable="hp" hp:hslEmbossed="0">
                <a:solidFill>
                  <a:srgbClr val="0000ff"/>
                </a:solidFill>
                <a:latin typeface="나눔고딕 ExtraBold"/>
                <a:ea typeface="나눔고딕 ExtraBold"/>
              </a:rPr>
              <a:t>https://supabase.com/</a:t>
            </a:r>
            <a:endParaRPr xmlns:mc="http://schemas.openxmlformats.org/markup-compatibility/2006" xmlns:hp="http://schemas.haansoft.com/office/presentation/8.0" kumimoji="0" lang="en-US" altLang="ko-KR" sz="3000" b="0" i="0" u="sng" strike="noStrike" kern="1200" cap="none" spc="0" normalizeH="0" baseline="0" mc:Ignorable="hp" hp:hslEmbossed="0">
              <a:solidFill>
                <a:srgbClr val="0000ff"/>
              </a:solidFill>
              <a:latin typeface="나눔고딕 ExtraBold"/>
              <a:ea typeface="나눔고딕 ExtraBold"/>
            </a:endParaRPr>
          </a:p>
        </p:txBody>
      </p:sp>
      <p:pic>
        <p:nvPicPr>
          <p:cNvPr id="35" name="그림 34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877256" y="1657984"/>
            <a:ext cx="10437487" cy="5178458"/>
          </a:xfrm>
          <a:prstGeom prst="rect">
            <a:avLst/>
          </a:prstGeom>
          <a:ln>
            <a:solidFill>
              <a:schemeClr val="dk1"/>
            </a:solidFill>
          </a:ln>
        </p:spPr>
      </p:pic>
      <p:sp>
        <p:nvSpPr>
          <p:cNvPr id="37" name="모서리가 둥근 직사각형 36"/>
          <p:cNvSpPr/>
          <p:nvPr/>
        </p:nvSpPr>
        <p:spPr>
          <a:xfrm>
            <a:off x="4349749" y="3390900"/>
            <a:ext cx="3566585" cy="402166"/>
          </a:xfrm>
          <a:prstGeom prst="roundRect">
            <a:avLst>
              <a:gd name="adj" fmla="val 16667"/>
            </a:avLst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38" name="사각형 설명선 37"/>
          <p:cNvSpPr/>
          <p:nvPr/>
        </p:nvSpPr>
        <p:spPr>
          <a:xfrm>
            <a:off x="7046835" y="2814841"/>
            <a:ext cx="1197582" cy="496418"/>
          </a:xfrm>
          <a:prstGeom prst="wedgeRectCallout">
            <a:avLst>
              <a:gd name="adj1" fmla="val -53599"/>
              <a:gd name="adj2" fmla="val 106521"/>
            </a:avLst>
          </a:prstGeom>
          <a:solidFill>
            <a:srgbClr val="ffd700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lnSpc>
                <a:spcPct val="80000"/>
              </a:lnSpc>
              <a:defRPr/>
            </a:pPr>
            <a:r>
              <a:rPr lang="en-US" altLang="ko-KR">
                <a:solidFill>
                  <a:srgbClr val="ff0000"/>
                </a:solidFill>
                <a:latin typeface="나눔고딕 ExtraBold"/>
                <a:ea typeface="나눔고딕 ExtraBold"/>
              </a:rPr>
              <a:t>Click</a:t>
            </a:r>
            <a:endParaRPr lang="en-US" altLang="ko-KR">
              <a:solidFill>
                <a:srgbClr val="ff0000"/>
              </a:solidFill>
              <a:latin typeface="나눔고딕 ExtraBold"/>
              <a:ea typeface="나눔고딕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1164326772"/>
      </p:ext>
    </p:extLst>
  </p:cSld>
  <p:clrMapOvr>
    <a:masterClrMapping/>
  </p:clrMapOvr>
</p:sld>
</file>

<file path=ppt/slides/slide2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1"/>
          <p:cNvSpPr/>
          <p:nvPr/>
        </p:nvSpPr>
        <p:spPr>
          <a:xfrm>
            <a:off x="130969" y="0"/>
            <a:ext cx="10972798" cy="750093"/>
          </a:xfrm>
          <a:prstGeom prst="rect">
            <a:avLst/>
          </a:prstGeom>
        </p:spPr>
        <p:txBody>
          <a:bodyPr vert="horz" lIns="91440" tIns="45720" rIns="91440" bIns="45720" anchor="ctr"/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수파베이스 </a:t>
            </a:r>
            <a:r>
              <a:rPr xmlns:mc="http://schemas.openxmlformats.org/markup-compatibility/2006" xmlns:hp="http://schemas.haansoft.com/office/presentation/8.0" kumimoji="0" lang="en-US" altLang="ko-KR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DB </a:t>
            </a:r>
            <a:r>
              <a: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생성</a:t>
            </a:r>
            <a:endPara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<a:solidFill>
                <a:schemeClr val="accent2">
                  <a:lumMod val="75000"/>
                </a:schemeClr>
              </a:solidFill>
              <a:latin typeface="나눔고딕 ExtraBold"/>
              <a:ea typeface="나눔고딕 ExtraBold"/>
            </a:endParaRPr>
          </a:p>
        </p:txBody>
      </p:sp>
      <p:sp>
        <p:nvSpPr>
          <p:cNvPr id="29" name="제목 1"/>
          <p:cNvSpPr/>
          <p:nvPr/>
        </p:nvSpPr>
        <p:spPr>
          <a:xfrm>
            <a:off x="609601" y="829733"/>
            <a:ext cx="10972798" cy="750093"/>
          </a:xfrm>
          <a:prstGeom prst="rect">
            <a:avLst/>
          </a:prstGeom>
        </p:spPr>
        <p:txBody>
          <a:bodyPr vert="horz" lIns="91440" tIns="45720" rIns="91440" bIns="45720" anchor="ctr"/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3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1.</a:t>
            </a:r>
            <a:r>
              <a:rPr xmlns:mc="http://schemas.openxmlformats.org/markup-compatibility/2006" xmlns:hp="http://schemas.haansoft.com/office/presentation/8.0" kumimoji="0" lang="ko-KR" altLang="en-US" sz="3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 수파베이스 회원 가입 </a:t>
            </a:r>
            <a:endParaRPr xmlns:mc="http://schemas.openxmlformats.org/markup-compatibility/2006" xmlns:hp="http://schemas.haansoft.com/office/presentation/8.0" kumimoji="0" lang="en-US" altLang="ko-KR" sz="3000" b="0" i="0" u="none" strike="noStrike" kern="1200" cap="none" spc="0" normalizeH="0" baseline="0" mc:Ignorable="hp" hp:hslEmbossed="0">
              <a:solidFill>
                <a:schemeClr val="dk1"/>
              </a:solidFill>
              <a:latin typeface="나눔고딕 ExtraBold"/>
              <a:ea typeface="나눔고딕 ExtraBold"/>
            </a:endParaRPr>
          </a:p>
        </p:txBody>
      </p:sp>
      <p:sp>
        <p:nvSpPr>
          <p:cNvPr id="32" name="가로 글상자 31"/>
          <p:cNvSpPr txBox="1"/>
          <p:nvPr/>
        </p:nvSpPr>
        <p:spPr>
          <a:xfrm>
            <a:off x="4921251" y="933607"/>
            <a:ext cx="5312833" cy="540863"/>
          </a:xfrm>
          <a:prstGeom prst="rect">
            <a:avLst/>
          </a:prstGeom>
        </p:spPr>
        <p:txBody>
          <a:bodyPr wrap="square">
            <a:spAutoFit/>
          </a:bodyPr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3000" b="0" i="0" u="sng" strike="noStrike" kern="1200" cap="none" spc="0" normalizeH="0" baseline="0" mc:Ignorable="hp" hp:hslEmbossed="0">
                <a:solidFill>
                  <a:srgbClr val="0000ff"/>
                </a:solidFill>
                <a:latin typeface="나눔고딕 ExtraBold"/>
                <a:ea typeface="나눔고딕 ExtraBold"/>
              </a:rPr>
              <a:t>https://supabase.com/</a:t>
            </a:r>
            <a:endParaRPr xmlns:mc="http://schemas.openxmlformats.org/markup-compatibility/2006" xmlns:hp="http://schemas.haansoft.com/office/presentation/8.0" kumimoji="0" lang="en-US" altLang="ko-KR" sz="3000" b="0" i="0" u="sng" strike="noStrike" kern="1200" cap="none" spc="0" normalizeH="0" baseline="0" mc:Ignorable="hp" hp:hslEmbossed="0">
              <a:solidFill>
                <a:srgbClr val="0000ff"/>
              </a:solidFill>
              <a:latin typeface="나눔고딕 ExtraBold"/>
              <a:ea typeface="나눔고딕 ExtraBold"/>
            </a:endParaRPr>
          </a:p>
        </p:txBody>
      </p:sp>
      <p:pic>
        <p:nvPicPr>
          <p:cNvPr id="39" name="그림 3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2334364" y="1793239"/>
            <a:ext cx="7353937" cy="4884843"/>
          </a:xfrm>
          <a:prstGeom prst="rect">
            <a:avLst/>
          </a:prstGeom>
          <a:ln>
            <a:solidFill>
              <a:schemeClr val="dk1"/>
            </a:solidFill>
          </a:ln>
        </p:spPr>
      </p:pic>
      <p:sp>
        <p:nvSpPr>
          <p:cNvPr id="40" name="모서리가 둥근 직사각형 39"/>
          <p:cNvSpPr/>
          <p:nvPr/>
        </p:nvSpPr>
        <p:spPr>
          <a:xfrm>
            <a:off x="5974290" y="5647267"/>
            <a:ext cx="2053169" cy="349250"/>
          </a:xfrm>
          <a:prstGeom prst="roundRect">
            <a:avLst>
              <a:gd name="adj" fmla="val 16667"/>
            </a:avLst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41" name="사각형 설명선 40"/>
          <p:cNvSpPr/>
          <p:nvPr/>
        </p:nvSpPr>
        <p:spPr>
          <a:xfrm>
            <a:off x="7428668" y="4967336"/>
            <a:ext cx="1197582" cy="496418"/>
          </a:xfrm>
          <a:prstGeom prst="wedgeRectCallout">
            <a:avLst>
              <a:gd name="adj1" fmla="val -53599"/>
              <a:gd name="adj2" fmla="val 106521"/>
            </a:avLst>
          </a:prstGeom>
          <a:solidFill>
            <a:srgbClr val="ffd700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lnSpc>
                <a:spcPct val="80000"/>
              </a:lnSpc>
              <a:defRPr/>
            </a:pPr>
            <a:r>
              <a:rPr lang="en-US" altLang="ko-KR">
                <a:solidFill>
                  <a:srgbClr val="ff0000"/>
                </a:solidFill>
                <a:latin typeface="나눔고딕 ExtraBold"/>
                <a:ea typeface="나눔고딕 ExtraBold"/>
              </a:rPr>
              <a:t>Click</a:t>
            </a:r>
            <a:endParaRPr lang="en-US" altLang="ko-KR">
              <a:solidFill>
                <a:srgbClr val="ff0000"/>
              </a:solidFill>
              <a:latin typeface="나눔고딕 ExtraBold"/>
              <a:ea typeface="나눔고딕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1972257680"/>
      </p:ext>
    </p:extLst>
  </p:cSld>
  <p:clrMapOvr>
    <a:masterClrMapping/>
  </p:clrMapOvr>
</p:sld>
</file>

<file path=ppt/slides/slide2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1"/>
          <p:cNvSpPr/>
          <p:nvPr/>
        </p:nvSpPr>
        <p:spPr>
          <a:xfrm>
            <a:off x="130969" y="0"/>
            <a:ext cx="10972798" cy="750093"/>
          </a:xfrm>
          <a:prstGeom prst="rect">
            <a:avLst/>
          </a:prstGeom>
        </p:spPr>
        <p:txBody>
          <a:bodyPr vert="horz" lIns="91440" tIns="45720" rIns="91440" bIns="45720" anchor="ctr"/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수파베이스 </a:t>
            </a:r>
            <a:r>
              <a:rPr xmlns:mc="http://schemas.openxmlformats.org/markup-compatibility/2006" xmlns:hp="http://schemas.haansoft.com/office/presentation/8.0" kumimoji="0" lang="en-US" altLang="ko-KR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DB </a:t>
            </a:r>
            <a:r>
              <a: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생성</a:t>
            </a:r>
            <a:endPara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<a:solidFill>
                <a:schemeClr val="accent2">
                  <a:lumMod val="75000"/>
                </a:schemeClr>
              </a:solidFill>
              <a:latin typeface="나눔고딕 ExtraBold"/>
              <a:ea typeface="나눔고딕 ExtraBold"/>
            </a:endParaRPr>
          </a:p>
        </p:txBody>
      </p:sp>
      <p:sp>
        <p:nvSpPr>
          <p:cNvPr id="29" name="제목 1"/>
          <p:cNvSpPr/>
          <p:nvPr/>
        </p:nvSpPr>
        <p:spPr>
          <a:xfrm>
            <a:off x="609601" y="829733"/>
            <a:ext cx="10972798" cy="750093"/>
          </a:xfrm>
          <a:prstGeom prst="rect">
            <a:avLst/>
          </a:prstGeom>
        </p:spPr>
        <p:txBody>
          <a:bodyPr vert="horz" lIns="91440" tIns="45720" rIns="91440" bIns="45720" anchor="ctr"/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3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1.</a:t>
            </a:r>
            <a:r>
              <a:rPr xmlns:mc="http://schemas.openxmlformats.org/markup-compatibility/2006" xmlns:hp="http://schemas.haansoft.com/office/presentation/8.0" kumimoji="0" lang="ko-KR" altLang="en-US" sz="3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 수파베이스 회원 가입 </a:t>
            </a:r>
            <a:endParaRPr xmlns:mc="http://schemas.openxmlformats.org/markup-compatibility/2006" xmlns:hp="http://schemas.haansoft.com/office/presentation/8.0" kumimoji="0" lang="en-US" altLang="ko-KR" sz="3000" b="0" i="0" u="none" strike="noStrike" kern="1200" cap="none" spc="0" normalizeH="0" baseline="0" mc:Ignorable="hp" hp:hslEmbossed="0">
              <a:solidFill>
                <a:schemeClr val="dk1"/>
              </a:solidFill>
              <a:latin typeface="나눔고딕 ExtraBold"/>
              <a:ea typeface="나눔고딕 ExtraBold"/>
            </a:endParaRPr>
          </a:p>
        </p:txBody>
      </p:sp>
      <p:sp>
        <p:nvSpPr>
          <p:cNvPr id="32" name="가로 글상자 31"/>
          <p:cNvSpPr txBox="1"/>
          <p:nvPr/>
        </p:nvSpPr>
        <p:spPr>
          <a:xfrm>
            <a:off x="4921251" y="933607"/>
            <a:ext cx="5312833" cy="540863"/>
          </a:xfrm>
          <a:prstGeom prst="rect">
            <a:avLst/>
          </a:prstGeom>
        </p:spPr>
        <p:txBody>
          <a:bodyPr wrap="square">
            <a:spAutoFit/>
          </a:bodyPr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3000" b="0" i="0" u="sng" strike="noStrike" kern="1200" cap="none" spc="0" normalizeH="0" baseline="0" mc:Ignorable="hp" hp:hslEmbossed="0">
                <a:solidFill>
                  <a:srgbClr val="0000ff"/>
                </a:solidFill>
                <a:latin typeface="나눔고딕 ExtraBold"/>
                <a:ea typeface="나눔고딕 ExtraBold"/>
              </a:rPr>
              <a:t>https://supabase.com/</a:t>
            </a:r>
            <a:endParaRPr xmlns:mc="http://schemas.openxmlformats.org/markup-compatibility/2006" xmlns:hp="http://schemas.haansoft.com/office/presentation/8.0" kumimoji="0" lang="en-US" altLang="ko-KR" sz="3000" b="0" i="0" u="sng" strike="noStrike" kern="1200" cap="none" spc="0" normalizeH="0" baseline="0" mc:Ignorable="hp" hp:hslEmbossed="0">
              <a:solidFill>
                <a:srgbClr val="0000ff"/>
              </a:solidFill>
              <a:latin typeface="나눔고딕 ExtraBold"/>
              <a:ea typeface="나눔고딕 ExtraBold"/>
            </a:endParaRPr>
          </a:p>
        </p:txBody>
      </p:sp>
      <p:pic>
        <p:nvPicPr>
          <p:cNvPr id="42" name="그림 41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441855" y="1657984"/>
            <a:ext cx="11308289" cy="5200016"/>
          </a:xfrm>
          <a:prstGeom prst="rect">
            <a:avLst/>
          </a:prstGeom>
          <a:ln>
            <a:solidFill>
              <a:schemeClr val="dk1"/>
            </a:solidFill>
          </a:ln>
        </p:spPr>
      </p:pic>
      <p:sp>
        <p:nvSpPr>
          <p:cNvPr id="43" name="사각형 설명선 42"/>
          <p:cNvSpPr/>
          <p:nvPr/>
        </p:nvSpPr>
        <p:spPr>
          <a:xfrm>
            <a:off x="9036502" y="5729336"/>
            <a:ext cx="1197582" cy="496418"/>
          </a:xfrm>
          <a:prstGeom prst="wedgeRectCallout">
            <a:avLst>
              <a:gd name="adj1" fmla="val -53599"/>
              <a:gd name="adj2" fmla="val 106521"/>
            </a:avLst>
          </a:prstGeom>
          <a:solidFill>
            <a:srgbClr val="ffd700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lnSpc>
                <a:spcPct val="80000"/>
              </a:lnSpc>
              <a:defRPr/>
            </a:pPr>
            <a:r>
              <a:rPr lang="en-US" altLang="ko-KR">
                <a:solidFill>
                  <a:srgbClr val="ff0000"/>
                </a:solidFill>
                <a:latin typeface="나눔고딕 ExtraBold"/>
                <a:ea typeface="나눔고딕 ExtraBold"/>
              </a:rPr>
              <a:t>Click</a:t>
            </a:r>
            <a:endParaRPr lang="en-US" altLang="ko-KR">
              <a:solidFill>
                <a:srgbClr val="ff0000"/>
              </a:solidFill>
              <a:latin typeface="나눔고딕 ExtraBold"/>
              <a:ea typeface="나눔고딕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735232775"/>
      </p:ext>
    </p:extLst>
  </p:cSld>
  <p:clrMapOvr>
    <a:masterClrMapping/>
  </p:clrMapOvr>
</p:sld>
</file>

<file path=ppt/slides/slide3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그림 4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647374" y="1617926"/>
            <a:ext cx="11065199" cy="5006773"/>
          </a:xfrm>
          <a:prstGeom prst="rect">
            <a:avLst/>
          </a:prstGeom>
          <a:ln>
            <a:solidFill>
              <a:schemeClr val="dk1"/>
            </a:solidFill>
          </a:ln>
        </p:spPr>
      </p:pic>
      <p:sp>
        <p:nvSpPr>
          <p:cNvPr id="8" name="제목 1"/>
          <p:cNvSpPr/>
          <p:nvPr/>
        </p:nvSpPr>
        <p:spPr>
          <a:xfrm>
            <a:off x="130969" y="0"/>
            <a:ext cx="10972798" cy="750093"/>
          </a:xfrm>
          <a:prstGeom prst="rect">
            <a:avLst/>
          </a:prstGeom>
        </p:spPr>
        <p:txBody>
          <a:bodyPr vert="horz" lIns="91440" tIns="45720" rIns="91440" bIns="45720" anchor="ctr"/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수파베이스 </a:t>
            </a:r>
            <a:r>
              <a:rPr xmlns:mc="http://schemas.openxmlformats.org/markup-compatibility/2006" xmlns:hp="http://schemas.haansoft.com/office/presentation/8.0" kumimoji="0" lang="en-US" altLang="ko-KR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DB </a:t>
            </a:r>
            <a:r>
              <a: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생성</a:t>
            </a:r>
            <a:endPara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<a:solidFill>
                <a:schemeClr val="accent2">
                  <a:lumMod val="75000"/>
                </a:schemeClr>
              </a:solidFill>
              <a:latin typeface="나눔고딕 ExtraBold"/>
              <a:ea typeface="나눔고딕 ExtraBold"/>
            </a:endParaRPr>
          </a:p>
        </p:txBody>
      </p:sp>
      <p:sp>
        <p:nvSpPr>
          <p:cNvPr id="29" name="제목 1"/>
          <p:cNvSpPr/>
          <p:nvPr/>
        </p:nvSpPr>
        <p:spPr>
          <a:xfrm>
            <a:off x="609601" y="829733"/>
            <a:ext cx="10972798" cy="750093"/>
          </a:xfrm>
          <a:prstGeom prst="rect">
            <a:avLst/>
          </a:prstGeom>
        </p:spPr>
        <p:txBody>
          <a:bodyPr vert="horz" lIns="91440" tIns="45720" rIns="91440" bIns="45720" anchor="ctr"/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3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2.</a:t>
            </a:r>
            <a:r>
              <a:rPr xmlns:mc="http://schemas.openxmlformats.org/markup-compatibility/2006" xmlns:hp="http://schemas.haansoft.com/office/presentation/8.0" kumimoji="0" lang="ko-KR" altLang="en-US" sz="3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 새로운 프로젝트 생성</a:t>
            </a:r>
            <a:endParaRPr xmlns:mc="http://schemas.openxmlformats.org/markup-compatibility/2006" xmlns:hp="http://schemas.haansoft.com/office/presentation/8.0" kumimoji="0" lang="ko-KR" altLang="en-US" sz="3000" b="0" i="0" u="none" strike="noStrike" kern="1200" cap="none" spc="0" normalizeH="0" baseline="0" mc:Ignorable="hp" hp:hslEmbossed="0">
              <a:solidFill>
                <a:schemeClr val="dk1"/>
              </a:solidFill>
              <a:latin typeface="나눔고딕 ExtraBold"/>
              <a:ea typeface="나눔고딕 ExtraBold"/>
            </a:endParaRPr>
          </a:p>
        </p:txBody>
      </p:sp>
      <p:sp>
        <p:nvSpPr>
          <p:cNvPr id="47" name="모서리가 둥근 직사각형 46"/>
          <p:cNvSpPr/>
          <p:nvPr/>
        </p:nvSpPr>
        <p:spPr>
          <a:xfrm>
            <a:off x="2862789" y="2260600"/>
            <a:ext cx="1820336" cy="349250"/>
          </a:xfrm>
          <a:prstGeom prst="roundRect">
            <a:avLst>
              <a:gd name="adj" fmla="val 16667"/>
            </a:avLst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48" name="사각형 설명선 47"/>
          <p:cNvSpPr/>
          <p:nvPr/>
        </p:nvSpPr>
        <p:spPr>
          <a:xfrm>
            <a:off x="4683126" y="1579826"/>
            <a:ext cx="1197582" cy="496418"/>
          </a:xfrm>
          <a:prstGeom prst="wedgeRectCallout">
            <a:avLst>
              <a:gd name="adj1" fmla="val -53599"/>
              <a:gd name="adj2" fmla="val 106521"/>
            </a:avLst>
          </a:prstGeom>
          <a:solidFill>
            <a:srgbClr val="ffd700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lnSpc>
                <a:spcPct val="80000"/>
              </a:lnSpc>
              <a:defRPr/>
            </a:pPr>
            <a:r>
              <a:rPr lang="en-US" altLang="ko-KR">
                <a:solidFill>
                  <a:srgbClr val="ff0000"/>
                </a:solidFill>
                <a:latin typeface="나눔고딕 ExtraBold"/>
                <a:ea typeface="나눔고딕 ExtraBold"/>
              </a:rPr>
              <a:t>1.</a:t>
            </a:r>
            <a:r>
              <a:rPr lang="ko-KR" altLang="en-US">
                <a:solidFill>
                  <a:srgbClr val="ff0000"/>
                </a:solidFill>
                <a:latin typeface="나눔고딕 ExtraBold"/>
                <a:ea typeface="나눔고딕 ExtraBold"/>
              </a:rPr>
              <a:t> 확인</a:t>
            </a:r>
            <a:endParaRPr lang="ko-KR" altLang="en-US">
              <a:solidFill>
                <a:srgbClr val="ff0000"/>
              </a:solidFill>
              <a:latin typeface="나눔고딕 ExtraBold"/>
              <a:ea typeface="나눔고딕 ExtraBold"/>
            </a:endParaRPr>
          </a:p>
        </p:txBody>
      </p:sp>
      <p:sp>
        <p:nvSpPr>
          <p:cNvPr id="51" name="모서리가 둥근 직사각형 50"/>
          <p:cNvSpPr/>
          <p:nvPr/>
        </p:nvSpPr>
        <p:spPr>
          <a:xfrm>
            <a:off x="5185832" y="5069418"/>
            <a:ext cx="1862670" cy="349250"/>
          </a:xfrm>
          <a:prstGeom prst="roundRect">
            <a:avLst>
              <a:gd name="adj" fmla="val 16667"/>
            </a:avLst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50" name="사각형 설명선 49"/>
          <p:cNvSpPr/>
          <p:nvPr/>
        </p:nvSpPr>
        <p:spPr>
          <a:xfrm>
            <a:off x="3785618" y="4388643"/>
            <a:ext cx="3663498" cy="496418"/>
          </a:xfrm>
          <a:prstGeom prst="wedgeRectCallout">
            <a:avLst>
              <a:gd name="adj1" fmla="val -1886"/>
              <a:gd name="adj2" fmla="val 92184"/>
            </a:avLst>
          </a:prstGeom>
          <a:solidFill>
            <a:srgbClr val="ffd700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lnSpc>
                <a:spcPct val="80000"/>
              </a:lnSpc>
              <a:defRPr/>
            </a:pPr>
            <a:r>
              <a:rPr lang="en-US" altLang="ko-KR">
                <a:solidFill>
                  <a:srgbClr val="ff0000"/>
                </a:solidFill>
                <a:latin typeface="나눔고딕 ExtraBold"/>
                <a:ea typeface="나눔고딕 ExtraBold"/>
              </a:rPr>
              <a:t>2.</a:t>
            </a:r>
            <a:r>
              <a:rPr lang="ko-KR" altLang="en-US">
                <a:solidFill>
                  <a:srgbClr val="ff0000"/>
                </a:solidFill>
                <a:latin typeface="나눔고딕 ExtraBold"/>
                <a:ea typeface="나눔고딕 ExtraBold"/>
              </a:rPr>
              <a:t> 프로젝트명 변경</a:t>
            </a:r>
            <a:r>
              <a:rPr lang="en-US" altLang="ko-KR">
                <a:solidFill>
                  <a:srgbClr val="ff0000"/>
                </a:solidFill>
                <a:latin typeface="나눔고딕 ExtraBold"/>
                <a:ea typeface="나눔고딕 ExtraBold"/>
              </a:rPr>
              <a:t> : idea-canvas</a:t>
            </a:r>
            <a:endParaRPr lang="en-US" altLang="ko-KR">
              <a:solidFill>
                <a:srgbClr val="ff0000"/>
              </a:solidFill>
              <a:latin typeface="나눔고딕 ExtraBold"/>
              <a:ea typeface="나눔고딕 ExtraBold"/>
            </a:endParaRPr>
          </a:p>
        </p:txBody>
      </p:sp>
      <p:cxnSp>
        <p:nvCxnSpPr>
          <p:cNvPr id="52" name="화살표 51"/>
          <p:cNvCxnSpPr/>
          <p:nvPr/>
        </p:nvCxnSpPr>
        <p:spPr>
          <a:xfrm rot="16200000" flipH="1">
            <a:off x="571327" y="5928430"/>
            <a:ext cx="1019521" cy="0"/>
          </a:xfrm>
          <a:prstGeom prst="straightConnector1">
            <a:avLst/>
          </a:prstGeom>
          <a:ln w="88900">
            <a:solidFill>
              <a:srgbClr val="ff0000"/>
            </a:solidFill>
            <a:prstDash val="solid"/>
            <a:headEnd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사각형 설명선 53"/>
          <p:cNvSpPr/>
          <p:nvPr/>
        </p:nvSpPr>
        <p:spPr>
          <a:xfrm>
            <a:off x="1307453" y="5889420"/>
            <a:ext cx="2478166" cy="496418"/>
          </a:xfrm>
          <a:prstGeom prst="wedgeRectCallout">
            <a:avLst>
              <a:gd name="adj1" fmla="val -53599"/>
              <a:gd name="adj2" fmla="val 106521"/>
            </a:avLst>
          </a:prstGeom>
          <a:solidFill>
            <a:srgbClr val="ffd700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lnSpc>
                <a:spcPct val="80000"/>
              </a:lnSpc>
              <a:defRPr/>
            </a:pPr>
            <a:r>
              <a:rPr lang="en-US" altLang="ko-KR">
                <a:solidFill>
                  <a:srgbClr val="ff0000"/>
                </a:solidFill>
                <a:latin typeface="나눔고딕 ExtraBold"/>
                <a:ea typeface="나눔고딕 ExtraBold"/>
              </a:rPr>
              <a:t>4.</a:t>
            </a:r>
            <a:r>
              <a:rPr lang="ko-KR" altLang="en-US">
                <a:solidFill>
                  <a:srgbClr val="ff0000"/>
                </a:solidFill>
                <a:latin typeface="나눔고딕 ExtraBold"/>
                <a:ea typeface="나눔고딕 ExtraBold"/>
              </a:rPr>
              <a:t> 아래로 스크롤</a:t>
            </a:r>
            <a:endParaRPr lang="ko-KR" altLang="en-US">
              <a:solidFill>
                <a:srgbClr val="ff0000"/>
              </a:solidFill>
              <a:latin typeface="나눔고딕 ExtraBold"/>
              <a:ea typeface="나눔고딕 ExtraBold"/>
            </a:endParaRPr>
          </a:p>
        </p:txBody>
      </p:sp>
      <p:sp>
        <p:nvSpPr>
          <p:cNvPr id="55" name="모서리가 둥근 직사각형 54"/>
          <p:cNvSpPr/>
          <p:nvPr/>
        </p:nvSpPr>
        <p:spPr>
          <a:xfrm>
            <a:off x="5185830" y="5714795"/>
            <a:ext cx="2677586" cy="349250"/>
          </a:xfrm>
          <a:prstGeom prst="roundRect">
            <a:avLst>
              <a:gd name="adj" fmla="val 16667"/>
            </a:avLst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56" name="사각형 설명선 55"/>
          <p:cNvSpPr/>
          <p:nvPr/>
        </p:nvSpPr>
        <p:spPr>
          <a:xfrm>
            <a:off x="7707012" y="4885061"/>
            <a:ext cx="2044247" cy="496418"/>
          </a:xfrm>
          <a:prstGeom prst="wedgeRectCallout">
            <a:avLst>
              <a:gd name="adj1" fmla="val -70494"/>
              <a:gd name="adj2" fmla="val 155670"/>
            </a:avLst>
          </a:prstGeom>
          <a:solidFill>
            <a:srgbClr val="ffd700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lnSpc>
                <a:spcPct val="80000"/>
              </a:lnSpc>
              <a:defRPr/>
            </a:pPr>
            <a:r>
              <a:rPr lang="en-US" altLang="ko-KR">
                <a:solidFill>
                  <a:srgbClr val="ff0000"/>
                </a:solidFill>
                <a:latin typeface="나눔고딕 ExtraBold"/>
                <a:ea typeface="나눔고딕 ExtraBold"/>
              </a:rPr>
              <a:t>3.</a:t>
            </a:r>
            <a:r>
              <a:rPr lang="ko-KR" altLang="en-US">
                <a:solidFill>
                  <a:srgbClr val="ff0000"/>
                </a:solidFill>
                <a:latin typeface="나눔고딕 ExtraBold"/>
                <a:ea typeface="나눔고딕 ExtraBold"/>
              </a:rPr>
              <a:t> </a:t>
            </a:r>
            <a:r>
              <a:rPr lang="en-US" altLang="ko-KR">
                <a:solidFill>
                  <a:srgbClr val="ff0000"/>
                </a:solidFill>
                <a:latin typeface="나눔고딕 ExtraBold"/>
                <a:ea typeface="나눔고딕 ExtraBold"/>
              </a:rPr>
              <a:t>DB </a:t>
            </a:r>
            <a:r>
              <a:rPr lang="ko-KR" altLang="en-US">
                <a:solidFill>
                  <a:srgbClr val="ff0000"/>
                </a:solidFill>
                <a:latin typeface="나눔고딕 ExtraBold"/>
                <a:ea typeface="나눔고딕 ExtraBold"/>
              </a:rPr>
              <a:t>암호 입력</a:t>
            </a:r>
            <a:endParaRPr lang="ko-KR" altLang="en-US">
              <a:solidFill>
                <a:srgbClr val="ff0000"/>
              </a:solidFill>
              <a:latin typeface="나눔고딕 ExtraBold"/>
              <a:ea typeface="나눔고딕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2341598971"/>
      </p:ext>
    </p:extLst>
  </p:cSld>
  <p:clrMapOvr>
    <a:masterClrMapping/>
  </p:clrMapOvr>
</p:sld>
</file>

<file path=ppt/slides/slide3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1"/>
          <p:cNvSpPr/>
          <p:nvPr/>
        </p:nvSpPr>
        <p:spPr>
          <a:xfrm>
            <a:off x="130969" y="0"/>
            <a:ext cx="10972798" cy="750093"/>
          </a:xfrm>
          <a:prstGeom prst="rect">
            <a:avLst/>
          </a:prstGeom>
        </p:spPr>
        <p:txBody>
          <a:bodyPr vert="horz" lIns="91440" tIns="45720" rIns="91440" bIns="45720" anchor="ctr"/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수파베이스 </a:t>
            </a:r>
            <a:r>
              <a:rPr xmlns:mc="http://schemas.openxmlformats.org/markup-compatibility/2006" xmlns:hp="http://schemas.haansoft.com/office/presentation/8.0" kumimoji="0" lang="en-US" altLang="ko-KR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DB </a:t>
            </a:r>
            <a:r>
              <a: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생성</a:t>
            </a:r>
            <a:endPara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<a:solidFill>
                <a:schemeClr val="accent2">
                  <a:lumMod val="75000"/>
                </a:schemeClr>
              </a:solidFill>
              <a:latin typeface="나눔고딕 ExtraBold"/>
              <a:ea typeface="나눔고딕 ExtraBold"/>
            </a:endParaRPr>
          </a:p>
        </p:txBody>
      </p:sp>
      <p:sp>
        <p:nvSpPr>
          <p:cNvPr id="29" name="제목 1"/>
          <p:cNvSpPr/>
          <p:nvPr/>
        </p:nvSpPr>
        <p:spPr>
          <a:xfrm>
            <a:off x="609601" y="829733"/>
            <a:ext cx="10972798" cy="750093"/>
          </a:xfrm>
          <a:prstGeom prst="rect">
            <a:avLst/>
          </a:prstGeom>
        </p:spPr>
        <p:txBody>
          <a:bodyPr vert="horz" lIns="91440" tIns="45720" rIns="91440" bIns="45720" anchor="ctr"/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3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2.</a:t>
            </a:r>
            <a:r>
              <a:rPr xmlns:mc="http://schemas.openxmlformats.org/markup-compatibility/2006" xmlns:hp="http://schemas.haansoft.com/office/presentation/8.0" kumimoji="0" lang="ko-KR" altLang="en-US" sz="3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 새로운 프로젝트 생성</a:t>
            </a:r>
            <a:endParaRPr xmlns:mc="http://schemas.openxmlformats.org/markup-compatibility/2006" xmlns:hp="http://schemas.haansoft.com/office/presentation/8.0" kumimoji="0" lang="ko-KR" altLang="en-US" sz="3000" b="0" i="0" u="none" strike="noStrike" kern="1200" cap="none" spc="0" normalizeH="0" baseline="0" mc:Ignorable="hp" hp:hslEmbossed="0">
              <a:solidFill>
                <a:schemeClr val="dk1"/>
              </a:solidFill>
              <a:latin typeface="나눔고딕 ExtraBold"/>
              <a:ea typeface="나눔고딕 ExtraBold"/>
            </a:endParaRPr>
          </a:p>
        </p:txBody>
      </p:sp>
      <p:pic>
        <p:nvPicPr>
          <p:cNvPr id="55" name="그림 54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601503" y="1757467"/>
            <a:ext cx="10988992" cy="4930567"/>
          </a:xfrm>
          <a:prstGeom prst="rect">
            <a:avLst/>
          </a:prstGeom>
          <a:ln>
            <a:solidFill>
              <a:schemeClr val="dk1"/>
            </a:solidFill>
          </a:ln>
        </p:spPr>
      </p:pic>
      <p:cxnSp>
        <p:nvCxnSpPr>
          <p:cNvPr id="56" name="화살표 55"/>
          <p:cNvCxnSpPr/>
          <p:nvPr/>
        </p:nvCxnSpPr>
        <p:spPr>
          <a:xfrm rot="16200000" flipH="1">
            <a:off x="338495" y="2795762"/>
            <a:ext cx="1019521" cy="0"/>
          </a:xfrm>
          <a:prstGeom prst="straightConnector1">
            <a:avLst/>
          </a:prstGeom>
          <a:ln w="88900">
            <a:solidFill>
              <a:srgbClr val="ff0000"/>
            </a:solidFill>
            <a:prstDash val="solid"/>
            <a:headEnd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사각형 설명선 56"/>
          <p:cNvSpPr/>
          <p:nvPr/>
        </p:nvSpPr>
        <p:spPr>
          <a:xfrm>
            <a:off x="1029759" y="2547550"/>
            <a:ext cx="2478166" cy="496418"/>
          </a:xfrm>
          <a:prstGeom prst="wedgeRectCallout">
            <a:avLst>
              <a:gd name="adj1" fmla="val -7262"/>
              <a:gd name="adj2" fmla="val 12308"/>
            </a:avLst>
          </a:prstGeom>
          <a:solidFill>
            <a:srgbClr val="ffd700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lnSpc>
                <a:spcPct val="80000"/>
              </a:lnSpc>
              <a:defRPr/>
            </a:pPr>
            <a:r>
              <a:rPr lang="en-US" altLang="ko-KR">
                <a:solidFill>
                  <a:srgbClr val="ff0000"/>
                </a:solidFill>
                <a:latin typeface="나눔고딕 ExtraBold"/>
                <a:ea typeface="나눔고딕 ExtraBold"/>
              </a:rPr>
              <a:t>4.</a:t>
            </a:r>
            <a:r>
              <a:rPr lang="ko-KR" altLang="en-US">
                <a:solidFill>
                  <a:srgbClr val="ff0000"/>
                </a:solidFill>
                <a:latin typeface="나눔고딕 ExtraBold"/>
                <a:ea typeface="나눔고딕 ExtraBold"/>
              </a:rPr>
              <a:t> 아래로 스크롤</a:t>
            </a:r>
            <a:endParaRPr lang="ko-KR" altLang="en-US">
              <a:solidFill>
                <a:srgbClr val="ff0000"/>
              </a:solidFill>
              <a:latin typeface="나눔고딕 ExtraBold"/>
              <a:ea typeface="나눔고딕 ExtraBold"/>
            </a:endParaRPr>
          </a:p>
        </p:txBody>
      </p:sp>
      <p:sp>
        <p:nvSpPr>
          <p:cNvPr id="60" name="모서리가 둥근 직사각형 59"/>
          <p:cNvSpPr/>
          <p:nvPr/>
        </p:nvSpPr>
        <p:spPr>
          <a:xfrm>
            <a:off x="7905747" y="6096001"/>
            <a:ext cx="1174754" cy="349250"/>
          </a:xfrm>
          <a:prstGeom prst="roundRect">
            <a:avLst>
              <a:gd name="adj" fmla="val 16667"/>
            </a:avLst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62" name="사각형 설명선 61"/>
          <p:cNvSpPr/>
          <p:nvPr/>
        </p:nvSpPr>
        <p:spPr>
          <a:xfrm>
            <a:off x="8493124" y="5320384"/>
            <a:ext cx="2689833" cy="496418"/>
          </a:xfrm>
          <a:prstGeom prst="wedgeRectCallout">
            <a:avLst>
              <a:gd name="adj1" fmla="val -53599"/>
              <a:gd name="adj2" fmla="val 106521"/>
            </a:avLst>
          </a:prstGeom>
          <a:solidFill>
            <a:srgbClr val="ffd700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lnSpc>
                <a:spcPct val="80000"/>
              </a:lnSpc>
              <a:defRPr/>
            </a:pPr>
            <a:r>
              <a:rPr lang="en-US" altLang="ko-KR">
                <a:solidFill>
                  <a:srgbClr val="ff0000"/>
                </a:solidFill>
                <a:latin typeface="나눔고딕 ExtraBold"/>
                <a:ea typeface="나눔고딕 ExtraBold"/>
              </a:rPr>
              <a:t>5.</a:t>
            </a:r>
            <a:r>
              <a:rPr lang="ko-KR" altLang="en-US">
                <a:solidFill>
                  <a:srgbClr val="ff0000"/>
                </a:solidFill>
                <a:latin typeface="나눔고딕 ExtraBold"/>
                <a:ea typeface="나눔고딕 ExtraBold"/>
              </a:rPr>
              <a:t> </a:t>
            </a:r>
            <a:r>
              <a:rPr lang="en-US" altLang="ko-KR">
                <a:solidFill>
                  <a:srgbClr val="ff0000"/>
                </a:solidFill>
                <a:latin typeface="나눔고딕 ExtraBold"/>
                <a:ea typeface="나눔고딕 ExtraBold"/>
              </a:rPr>
              <a:t>Create new project</a:t>
            </a:r>
            <a:endParaRPr lang="en-US" altLang="ko-KR">
              <a:solidFill>
                <a:srgbClr val="ff0000"/>
              </a:solidFill>
              <a:latin typeface="나눔고딕 ExtraBold"/>
              <a:ea typeface="나눔고딕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2232770003"/>
      </p:ext>
    </p:extLst>
  </p:cSld>
  <p:clrMapOvr>
    <a:masterClrMapping/>
  </p:clrMapOvr>
</p:sld>
</file>

<file path=ppt/slides/slide3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1"/>
          <p:cNvSpPr/>
          <p:nvPr/>
        </p:nvSpPr>
        <p:spPr>
          <a:xfrm>
            <a:off x="130969" y="0"/>
            <a:ext cx="10972798" cy="750093"/>
          </a:xfrm>
          <a:prstGeom prst="rect">
            <a:avLst/>
          </a:prstGeom>
        </p:spPr>
        <p:txBody>
          <a:bodyPr vert="horz" lIns="91440" tIns="45720" rIns="91440" bIns="45720" anchor="ctr"/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웹앱과 수파베이스 </a:t>
            </a:r>
            <a:r>
              <a:rPr xmlns:mc="http://schemas.openxmlformats.org/markup-compatibility/2006" xmlns:hp="http://schemas.haansoft.com/office/presentation/8.0" kumimoji="0" lang="en-US" altLang="ko-KR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DB </a:t>
            </a:r>
            <a:r>
              <a: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연결하기</a:t>
            </a:r>
            <a:endPara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<a:solidFill>
                <a:schemeClr val="accent2">
                  <a:lumMod val="75000"/>
                </a:schemeClr>
              </a:solidFill>
              <a:latin typeface="나눔고딕 ExtraBold"/>
              <a:ea typeface="나눔고딕 ExtraBold"/>
            </a:endParaRPr>
          </a:p>
        </p:txBody>
      </p:sp>
      <p:sp>
        <p:nvSpPr>
          <p:cNvPr id="29" name="제목 1"/>
          <p:cNvSpPr/>
          <p:nvPr/>
        </p:nvSpPr>
        <p:spPr>
          <a:xfrm>
            <a:off x="609601" y="829733"/>
            <a:ext cx="10972798" cy="750093"/>
          </a:xfrm>
          <a:prstGeom prst="rect">
            <a:avLst/>
          </a:prstGeom>
        </p:spPr>
        <p:txBody>
          <a:bodyPr vert="horz" lIns="91440" tIns="45720" rIns="91440" bIns="45720" anchor="ctr"/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3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1.</a:t>
            </a:r>
            <a:r>
              <a:rPr xmlns:mc="http://schemas.openxmlformats.org/markup-compatibility/2006" xmlns:hp="http://schemas.haansoft.com/office/presentation/8.0" kumimoji="0" lang="ko-KR" altLang="en-US" sz="3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 수파베이스 홈페이지 </a:t>
            </a:r>
            <a:r>
              <a:rPr xmlns:mc="http://schemas.openxmlformats.org/markup-compatibility/2006" xmlns:hp="http://schemas.haansoft.com/office/presentation/8.0" kumimoji="0" lang="en-US" altLang="ko-KR" sz="3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-</a:t>
            </a:r>
            <a:r>
              <a:rPr xmlns:mc="http://schemas.openxmlformats.org/markup-compatibility/2006" xmlns:hp="http://schemas.haansoft.com/office/presentation/8.0" kumimoji="0" lang="ko-KR" altLang="en-US" sz="3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 대시보드 입장</a:t>
            </a:r>
            <a:endParaRPr xmlns:mc="http://schemas.openxmlformats.org/markup-compatibility/2006" xmlns:hp="http://schemas.haansoft.com/office/presentation/8.0" kumimoji="0" lang="ko-KR" altLang="en-US" sz="3000" b="0" i="0" u="none" strike="noStrike" kern="1200" cap="none" spc="0" normalizeH="0" baseline="0" mc:Ignorable="hp" hp:hslEmbossed="0">
              <a:solidFill>
                <a:schemeClr val="dk1"/>
              </a:solidFill>
              <a:latin typeface="나눔고딕 ExtraBold"/>
              <a:ea typeface="나눔고딕 ExtraBold"/>
            </a:endParaRPr>
          </a:p>
        </p:txBody>
      </p:sp>
      <p:pic>
        <p:nvPicPr>
          <p:cNvPr id="63" name="그림 6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109464" y="1749160"/>
            <a:ext cx="9973072" cy="5108840"/>
          </a:xfrm>
          <a:prstGeom prst="rect">
            <a:avLst/>
          </a:prstGeom>
          <a:ln>
            <a:solidFill>
              <a:schemeClr val="dk1"/>
            </a:solidFill>
          </a:ln>
        </p:spPr>
      </p:pic>
      <p:sp>
        <p:nvSpPr>
          <p:cNvPr id="64" name="모서리가 둥근 직사각형 63"/>
          <p:cNvSpPr/>
          <p:nvPr/>
        </p:nvSpPr>
        <p:spPr>
          <a:xfrm>
            <a:off x="9646706" y="1911351"/>
            <a:ext cx="709086" cy="275167"/>
          </a:xfrm>
          <a:prstGeom prst="roundRect">
            <a:avLst>
              <a:gd name="adj" fmla="val 16667"/>
            </a:avLst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65" name="사각형 설명선 64"/>
          <p:cNvSpPr/>
          <p:nvPr/>
        </p:nvSpPr>
        <p:spPr>
          <a:xfrm>
            <a:off x="10355792" y="1082513"/>
            <a:ext cx="1197582" cy="496418"/>
          </a:xfrm>
          <a:prstGeom prst="wedgeRectCallout">
            <a:avLst>
              <a:gd name="adj1" fmla="val -53599"/>
              <a:gd name="adj2" fmla="val 106521"/>
            </a:avLst>
          </a:prstGeom>
          <a:solidFill>
            <a:srgbClr val="ffd700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lnSpc>
                <a:spcPct val="80000"/>
              </a:lnSpc>
              <a:defRPr/>
            </a:pPr>
            <a:r>
              <a:rPr lang="en-US" altLang="ko-KR">
                <a:solidFill>
                  <a:srgbClr val="ff0000"/>
                </a:solidFill>
                <a:latin typeface="나눔고딕 ExtraBold"/>
                <a:ea typeface="나눔고딕 ExtraBold"/>
              </a:rPr>
              <a:t>Click</a:t>
            </a:r>
            <a:endParaRPr lang="en-US" altLang="ko-KR">
              <a:solidFill>
                <a:srgbClr val="ff0000"/>
              </a:solidFill>
              <a:latin typeface="나눔고딕 ExtraBold"/>
              <a:ea typeface="나눔고딕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2698988386"/>
      </p:ext>
    </p:extLst>
  </p:cSld>
  <p:clrMapOvr>
    <a:masterClrMapping/>
  </p:clrMapOvr>
</p:sld>
</file>

<file path=ppt/slides/slide3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그림 65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563400" y="1911351"/>
            <a:ext cx="11065199" cy="4930567"/>
          </a:xfrm>
          <a:prstGeom prst="rect">
            <a:avLst/>
          </a:prstGeom>
          <a:ln>
            <a:solidFill>
              <a:schemeClr val="dk1"/>
            </a:solidFill>
          </a:ln>
        </p:spPr>
      </p:pic>
      <p:sp>
        <p:nvSpPr>
          <p:cNvPr id="8" name="제목 1"/>
          <p:cNvSpPr/>
          <p:nvPr/>
        </p:nvSpPr>
        <p:spPr>
          <a:xfrm>
            <a:off x="130969" y="0"/>
            <a:ext cx="10972798" cy="750093"/>
          </a:xfrm>
          <a:prstGeom prst="rect">
            <a:avLst/>
          </a:prstGeom>
        </p:spPr>
        <p:txBody>
          <a:bodyPr vert="horz" lIns="91440" tIns="45720" rIns="91440" bIns="45720" anchor="ctr"/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웹앱과 수파베이스 </a:t>
            </a:r>
            <a:r>
              <a:rPr xmlns:mc="http://schemas.openxmlformats.org/markup-compatibility/2006" xmlns:hp="http://schemas.haansoft.com/office/presentation/8.0" kumimoji="0" lang="en-US" altLang="ko-KR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DB </a:t>
            </a:r>
            <a:r>
              <a: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연결하기</a:t>
            </a:r>
            <a:endPara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<a:solidFill>
                <a:schemeClr val="accent2">
                  <a:lumMod val="75000"/>
                </a:schemeClr>
              </a:solidFill>
              <a:latin typeface="나눔고딕 ExtraBold"/>
              <a:ea typeface="나눔고딕 ExtraBold"/>
            </a:endParaRPr>
          </a:p>
        </p:txBody>
      </p:sp>
      <p:sp>
        <p:nvSpPr>
          <p:cNvPr id="29" name="제목 1"/>
          <p:cNvSpPr/>
          <p:nvPr/>
        </p:nvSpPr>
        <p:spPr>
          <a:xfrm>
            <a:off x="609601" y="829733"/>
            <a:ext cx="10972798" cy="750093"/>
          </a:xfrm>
          <a:prstGeom prst="rect">
            <a:avLst/>
          </a:prstGeom>
        </p:spPr>
        <p:txBody>
          <a:bodyPr vert="horz" lIns="91440" tIns="45720" rIns="91440" bIns="45720" anchor="ctr"/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3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2.</a:t>
            </a:r>
            <a:r>
              <a:rPr xmlns:mc="http://schemas.openxmlformats.org/markup-compatibility/2006" xmlns:hp="http://schemas.haansoft.com/office/presentation/8.0" kumimoji="0" lang="ko-KR" altLang="en-US" sz="3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 수파베이스 홈페이지 </a:t>
            </a:r>
            <a:r>
              <a:rPr xmlns:mc="http://schemas.openxmlformats.org/markup-compatibility/2006" xmlns:hp="http://schemas.haansoft.com/office/presentation/8.0" kumimoji="0" lang="en-US" altLang="ko-KR" sz="3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-</a:t>
            </a:r>
            <a:r>
              <a:rPr xmlns:mc="http://schemas.openxmlformats.org/markup-compatibility/2006" xmlns:hp="http://schemas.haansoft.com/office/presentation/8.0" kumimoji="0" lang="ko-KR" altLang="en-US" sz="3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sz="3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Organizations </a:t>
            </a:r>
            <a:r>
              <a:rPr xmlns:mc="http://schemas.openxmlformats.org/markup-compatibility/2006" xmlns:hp="http://schemas.haansoft.com/office/presentation/8.0" kumimoji="0" lang="ko-KR" altLang="en-US" sz="3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선택</a:t>
            </a:r>
            <a:endParaRPr xmlns:mc="http://schemas.openxmlformats.org/markup-compatibility/2006" xmlns:hp="http://schemas.haansoft.com/office/presentation/8.0" kumimoji="0" lang="ko-KR" altLang="en-US" sz="3000" b="0" i="0" u="none" strike="noStrike" kern="1200" cap="none" spc="0" normalizeH="0" baseline="0" mc:Ignorable="hp" hp:hslEmbossed="0">
              <a:solidFill>
                <a:schemeClr val="dk1"/>
              </a:solidFill>
              <a:latin typeface="나눔고딕 ExtraBold"/>
              <a:ea typeface="나눔고딕 ExtraBold"/>
            </a:endParaRPr>
          </a:p>
        </p:txBody>
      </p:sp>
      <p:sp>
        <p:nvSpPr>
          <p:cNvPr id="64" name="모서리가 둥근 직사각형 63"/>
          <p:cNvSpPr/>
          <p:nvPr/>
        </p:nvSpPr>
        <p:spPr>
          <a:xfrm>
            <a:off x="968374" y="3922187"/>
            <a:ext cx="3280836" cy="687916"/>
          </a:xfrm>
          <a:prstGeom prst="roundRect">
            <a:avLst>
              <a:gd name="adj" fmla="val 16667"/>
            </a:avLst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65" name="사각형 설명선 64"/>
          <p:cNvSpPr/>
          <p:nvPr/>
        </p:nvSpPr>
        <p:spPr>
          <a:xfrm>
            <a:off x="4090458" y="3093347"/>
            <a:ext cx="1197582" cy="496418"/>
          </a:xfrm>
          <a:prstGeom prst="wedgeRectCallout">
            <a:avLst>
              <a:gd name="adj1" fmla="val -53599"/>
              <a:gd name="adj2" fmla="val 106521"/>
            </a:avLst>
          </a:prstGeom>
          <a:solidFill>
            <a:srgbClr val="ffd700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lnSpc>
                <a:spcPct val="80000"/>
              </a:lnSpc>
              <a:defRPr/>
            </a:pPr>
            <a:r>
              <a:rPr lang="en-US" altLang="ko-KR">
                <a:solidFill>
                  <a:srgbClr val="ff0000"/>
                </a:solidFill>
                <a:latin typeface="나눔고딕 ExtraBold"/>
                <a:ea typeface="나눔고딕 ExtraBold"/>
              </a:rPr>
              <a:t>Click</a:t>
            </a:r>
            <a:endParaRPr lang="en-US" altLang="ko-KR">
              <a:solidFill>
                <a:srgbClr val="ff0000"/>
              </a:solidFill>
              <a:latin typeface="나눔고딕 ExtraBold"/>
              <a:ea typeface="나눔고딕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4066906024"/>
      </p:ext>
    </p:extLst>
  </p:cSld>
  <p:clrMapOvr>
    <a:masterClrMapping/>
  </p:clrMapOvr>
</p:sld>
</file>

<file path=ppt/slides/slide3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그림 66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601503" y="1728466"/>
            <a:ext cx="10988992" cy="5075360"/>
          </a:xfrm>
          <a:prstGeom prst="rect">
            <a:avLst/>
          </a:prstGeom>
          <a:ln>
            <a:solidFill>
              <a:schemeClr val="dk1"/>
            </a:solidFill>
          </a:ln>
        </p:spPr>
      </p:pic>
      <p:sp>
        <p:nvSpPr>
          <p:cNvPr id="8" name="제목 1"/>
          <p:cNvSpPr/>
          <p:nvPr/>
        </p:nvSpPr>
        <p:spPr>
          <a:xfrm>
            <a:off x="130969" y="0"/>
            <a:ext cx="10972798" cy="750093"/>
          </a:xfrm>
          <a:prstGeom prst="rect">
            <a:avLst/>
          </a:prstGeom>
        </p:spPr>
        <p:txBody>
          <a:bodyPr vert="horz" lIns="91440" tIns="45720" rIns="91440" bIns="45720" anchor="ctr"/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웹앱과 수파베이스 </a:t>
            </a:r>
            <a:r>
              <a:rPr xmlns:mc="http://schemas.openxmlformats.org/markup-compatibility/2006" xmlns:hp="http://schemas.haansoft.com/office/presentation/8.0" kumimoji="0" lang="en-US" altLang="ko-KR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DB </a:t>
            </a:r>
            <a:r>
              <a: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연결하기</a:t>
            </a:r>
            <a:endPara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<a:solidFill>
                <a:schemeClr val="accent2">
                  <a:lumMod val="75000"/>
                </a:schemeClr>
              </a:solidFill>
              <a:latin typeface="나눔고딕 ExtraBold"/>
              <a:ea typeface="나눔고딕 ExtraBold"/>
            </a:endParaRPr>
          </a:p>
        </p:txBody>
      </p:sp>
      <p:sp>
        <p:nvSpPr>
          <p:cNvPr id="29" name="제목 1"/>
          <p:cNvSpPr/>
          <p:nvPr/>
        </p:nvSpPr>
        <p:spPr>
          <a:xfrm>
            <a:off x="609601" y="829733"/>
            <a:ext cx="10972798" cy="750093"/>
          </a:xfrm>
          <a:prstGeom prst="rect">
            <a:avLst/>
          </a:prstGeom>
        </p:spPr>
        <p:txBody>
          <a:bodyPr vert="horz" lIns="91440" tIns="45720" rIns="91440" bIns="45720" anchor="ctr"/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3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2.</a:t>
            </a:r>
            <a:r>
              <a:rPr xmlns:mc="http://schemas.openxmlformats.org/markup-compatibility/2006" xmlns:hp="http://schemas.haansoft.com/office/presentation/8.0" kumimoji="0" lang="ko-KR" altLang="en-US" sz="3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 수파베이스 홈페이지 </a:t>
            </a:r>
            <a:r>
              <a:rPr xmlns:mc="http://schemas.openxmlformats.org/markup-compatibility/2006" xmlns:hp="http://schemas.haansoft.com/office/presentation/8.0" kumimoji="0" lang="en-US" altLang="ko-KR" sz="3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-</a:t>
            </a:r>
            <a:r>
              <a:rPr xmlns:mc="http://schemas.openxmlformats.org/markup-compatibility/2006" xmlns:hp="http://schemas.haansoft.com/office/presentation/8.0" kumimoji="0" lang="ko-KR" altLang="en-US" sz="3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sz="3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Project </a:t>
            </a:r>
            <a:r>
              <a:rPr xmlns:mc="http://schemas.openxmlformats.org/markup-compatibility/2006" xmlns:hp="http://schemas.haansoft.com/office/presentation/8.0" kumimoji="0" lang="ko-KR" altLang="en-US" sz="3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선택</a:t>
            </a:r>
            <a:endParaRPr xmlns:mc="http://schemas.openxmlformats.org/markup-compatibility/2006" xmlns:hp="http://schemas.haansoft.com/office/presentation/8.0" kumimoji="0" lang="ko-KR" altLang="en-US" sz="3000" b="0" i="0" u="none" strike="noStrike" kern="1200" cap="none" spc="0" normalizeH="0" baseline="0" mc:Ignorable="hp" hp:hslEmbossed="0">
              <a:solidFill>
                <a:schemeClr val="dk1"/>
              </a:solidFill>
              <a:latin typeface="나눔고딕 ExtraBold"/>
              <a:ea typeface="나눔고딕 ExtraBold"/>
            </a:endParaRPr>
          </a:p>
        </p:txBody>
      </p:sp>
      <p:sp>
        <p:nvSpPr>
          <p:cNvPr id="64" name="모서리가 둥근 직사각형 63"/>
          <p:cNvSpPr/>
          <p:nvPr/>
        </p:nvSpPr>
        <p:spPr>
          <a:xfrm>
            <a:off x="1158874" y="3721103"/>
            <a:ext cx="5057285" cy="1714500"/>
          </a:xfrm>
          <a:prstGeom prst="roundRect">
            <a:avLst>
              <a:gd name="adj" fmla="val 16667"/>
            </a:avLst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65" name="사각형 설명선 64"/>
          <p:cNvSpPr/>
          <p:nvPr/>
        </p:nvSpPr>
        <p:spPr>
          <a:xfrm>
            <a:off x="4394159" y="2932582"/>
            <a:ext cx="2446417" cy="496418"/>
          </a:xfrm>
          <a:prstGeom prst="wedgeRectCallout">
            <a:avLst>
              <a:gd name="adj1" fmla="val -53599"/>
              <a:gd name="adj2" fmla="val 106521"/>
            </a:avLst>
          </a:prstGeom>
          <a:solidFill>
            <a:srgbClr val="ffd700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lnSpc>
                <a:spcPct val="80000"/>
              </a:lnSpc>
              <a:defRPr/>
            </a:pPr>
            <a:r>
              <a:rPr lang="en-US" altLang="ko-KR">
                <a:solidFill>
                  <a:srgbClr val="ff0000"/>
                </a:solidFill>
                <a:latin typeface="나눔고딕 ExtraBold"/>
                <a:ea typeface="나눔고딕 ExtraBold"/>
              </a:rPr>
              <a:t>idea-canvas   Click</a:t>
            </a:r>
            <a:endParaRPr lang="en-US" altLang="ko-KR">
              <a:solidFill>
                <a:srgbClr val="ff0000"/>
              </a:solidFill>
              <a:latin typeface="나눔고딕 ExtraBold"/>
              <a:ea typeface="나눔고딕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3073246885"/>
      </p:ext>
    </p:extLst>
  </p:cSld>
  <p:clrMapOvr>
    <a:masterClrMapping/>
  </p:clrMapOvr>
</p:sld>
</file>

<file path=ppt/slides/slide3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그림 71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2321819" y="1618249"/>
            <a:ext cx="9536805" cy="5078474"/>
          </a:xfrm>
          <a:prstGeom prst="rect">
            <a:avLst/>
          </a:prstGeom>
          <a:ln>
            <a:solidFill>
              <a:schemeClr val="dk1"/>
            </a:solidFill>
          </a:ln>
        </p:spPr>
      </p:pic>
      <p:sp>
        <p:nvSpPr>
          <p:cNvPr id="8" name="제목 1"/>
          <p:cNvSpPr/>
          <p:nvPr/>
        </p:nvSpPr>
        <p:spPr>
          <a:xfrm>
            <a:off x="130969" y="0"/>
            <a:ext cx="10972798" cy="750093"/>
          </a:xfrm>
          <a:prstGeom prst="rect">
            <a:avLst/>
          </a:prstGeom>
        </p:spPr>
        <p:txBody>
          <a:bodyPr vert="horz" lIns="91440" tIns="45720" rIns="91440" bIns="45720" anchor="ctr"/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웹앱과 수파베이스 </a:t>
            </a:r>
            <a:r>
              <a:rPr xmlns:mc="http://schemas.openxmlformats.org/markup-compatibility/2006" xmlns:hp="http://schemas.haansoft.com/office/presentation/8.0" kumimoji="0" lang="en-US" altLang="ko-KR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DB </a:t>
            </a:r>
            <a:r>
              <a: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연결하기</a:t>
            </a:r>
            <a:endPara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<a:solidFill>
                <a:schemeClr val="accent2">
                  <a:lumMod val="75000"/>
                </a:schemeClr>
              </a:solidFill>
              <a:latin typeface="나눔고딕 ExtraBold"/>
              <a:ea typeface="나눔고딕 ExtraBold"/>
            </a:endParaRPr>
          </a:p>
        </p:txBody>
      </p:sp>
      <p:sp>
        <p:nvSpPr>
          <p:cNvPr id="29" name="제목 1"/>
          <p:cNvSpPr/>
          <p:nvPr/>
        </p:nvSpPr>
        <p:spPr>
          <a:xfrm>
            <a:off x="609601" y="829733"/>
            <a:ext cx="10972798" cy="750093"/>
          </a:xfrm>
          <a:prstGeom prst="rect">
            <a:avLst/>
          </a:prstGeom>
        </p:spPr>
        <p:txBody>
          <a:bodyPr vert="horz" lIns="91440" tIns="45720" rIns="91440" bIns="45720" anchor="ctr"/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3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3.</a:t>
            </a:r>
            <a:r>
              <a:rPr xmlns:mc="http://schemas.openxmlformats.org/markup-compatibility/2006" xmlns:hp="http://schemas.haansoft.com/office/presentation/8.0" kumimoji="0" lang="ko-KR" altLang="en-US" sz="3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 수파베이스 프로젝트 </a:t>
            </a:r>
            <a:r>
              <a:rPr xmlns:mc="http://schemas.openxmlformats.org/markup-compatibility/2006" xmlns:hp="http://schemas.haansoft.com/office/presentation/8.0" kumimoji="0" lang="en-US" altLang="ko-KR" sz="3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-</a:t>
            </a:r>
            <a:r>
              <a:rPr xmlns:mc="http://schemas.openxmlformats.org/markup-compatibility/2006" xmlns:hp="http://schemas.haansoft.com/office/presentation/8.0" kumimoji="0" lang="ko-KR" altLang="en-US" sz="3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sz="3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API URL </a:t>
            </a:r>
            <a:r>
              <a:rPr xmlns:mc="http://schemas.openxmlformats.org/markup-compatibility/2006" xmlns:hp="http://schemas.haansoft.com/office/presentation/8.0" kumimoji="0" lang="ko-KR" altLang="en-US" sz="3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복사</a:t>
            </a:r>
            <a:endParaRPr xmlns:mc="http://schemas.openxmlformats.org/markup-compatibility/2006" xmlns:hp="http://schemas.haansoft.com/office/presentation/8.0" kumimoji="0" lang="ko-KR" altLang="en-US" sz="3000" b="0" i="0" u="none" strike="noStrike" kern="1200" cap="none" spc="0" normalizeH="0" baseline="0" mc:Ignorable="hp" hp:hslEmbossed="0">
              <a:solidFill>
                <a:schemeClr val="dk1"/>
              </a:solidFill>
              <a:latin typeface="나눔고딕 ExtraBold"/>
              <a:ea typeface="나눔고딕 ExtraBold"/>
            </a:endParaRPr>
          </a:p>
        </p:txBody>
      </p:sp>
      <p:pic>
        <p:nvPicPr>
          <p:cNvPr id="68" name="그림 67"/>
          <p:cNvPicPr>
            <a:picLocks noChangeAspect="1"/>
          </p:cNvPicPr>
          <p:nvPr/>
        </p:nvPicPr>
        <p:blipFill rotWithShape="1">
          <a:blip r:embed="rId3"/>
          <a:srcRect r="83690"/>
          <a:stretch>
            <a:fillRect/>
          </a:stretch>
        </p:blipFill>
        <p:spPr>
          <a:xfrm>
            <a:off x="310119" y="1659466"/>
            <a:ext cx="1792074" cy="5037256"/>
          </a:xfrm>
          <a:prstGeom prst="rect">
            <a:avLst/>
          </a:prstGeom>
          <a:ln>
            <a:solidFill>
              <a:schemeClr val="dk1"/>
            </a:solidFill>
          </a:ln>
        </p:spPr>
      </p:pic>
      <p:sp>
        <p:nvSpPr>
          <p:cNvPr id="69" name="모서리가 둥근 직사각형 68"/>
          <p:cNvSpPr/>
          <p:nvPr/>
        </p:nvSpPr>
        <p:spPr>
          <a:xfrm>
            <a:off x="318216" y="5509687"/>
            <a:ext cx="1693336" cy="306917"/>
          </a:xfrm>
          <a:prstGeom prst="roundRect">
            <a:avLst>
              <a:gd name="adj" fmla="val 16667"/>
            </a:avLst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70" name="사각형 설명선 69"/>
          <p:cNvSpPr/>
          <p:nvPr/>
        </p:nvSpPr>
        <p:spPr>
          <a:xfrm>
            <a:off x="407194" y="4638514"/>
            <a:ext cx="1914625" cy="570501"/>
          </a:xfrm>
          <a:prstGeom prst="wedgeRectCallout">
            <a:avLst>
              <a:gd name="adj1" fmla="val -53599"/>
              <a:gd name="adj2" fmla="val 106521"/>
            </a:avLst>
          </a:prstGeom>
          <a:solidFill>
            <a:srgbClr val="ffd700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lnSpc>
                <a:spcPct val="80000"/>
              </a:lnSpc>
              <a:defRPr/>
            </a:pPr>
            <a:r>
              <a:rPr lang="en-US" altLang="ko-KR">
                <a:solidFill>
                  <a:srgbClr val="ff0000"/>
                </a:solidFill>
                <a:latin typeface="나눔고딕 ExtraBold"/>
                <a:ea typeface="나눔고딕 ExtraBold"/>
              </a:rPr>
              <a:t>1. Intergrations</a:t>
            </a:r>
            <a:endParaRPr lang="en-US" altLang="ko-KR">
              <a:solidFill>
                <a:srgbClr val="ff0000"/>
              </a:solidFill>
              <a:latin typeface="나눔고딕 ExtraBold"/>
              <a:ea typeface="나눔고딕 ExtraBold"/>
            </a:endParaRPr>
          </a:p>
          <a:p>
            <a:pPr lvl="0" algn="ctr">
              <a:lnSpc>
                <a:spcPct val="80000"/>
              </a:lnSpc>
              <a:defRPr/>
            </a:pPr>
            <a:r>
              <a:rPr lang="en-US" altLang="ko-KR">
                <a:solidFill>
                  <a:srgbClr val="ff0000"/>
                </a:solidFill>
                <a:latin typeface="나눔고딕 ExtraBold"/>
                <a:ea typeface="나눔고딕 ExtraBold"/>
              </a:rPr>
              <a:t>Click</a:t>
            </a:r>
            <a:endParaRPr lang="en-US" altLang="ko-KR">
              <a:solidFill>
                <a:srgbClr val="ff0000"/>
              </a:solidFill>
              <a:latin typeface="나눔고딕 ExtraBold"/>
              <a:ea typeface="나눔고딕 ExtraBold"/>
            </a:endParaRPr>
          </a:p>
        </p:txBody>
      </p:sp>
      <p:sp>
        <p:nvSpPr>
          <p:cNvPr id="73" name="사각형 설명선 72"/>
          <p:cNvSpPr/>
          <p:nvPr/>
        </p:nvSpPr>
        <p:spPr>
          <a:xfrm>
            <a:off x="3692261" y="3256330"/>
            <a:ext cx="1694999" cy="570501"/>
          </a:xfrm>
          <a:prstGeom prst="wedgeRectCallout">
            <a:avLst>
              <a:gd name="adj1" fmla="val -53599"/>
              <a:gd name="adj2" fmla="val 106521"/>
            </a:avLst>
          </a:prstGeom>
          <a:solidFill>
            <a:srgbClr val="ffd700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lnSpc>
                <a:spcPct val="80000"/>
              </a:lnSpc>
              <a:defRPr/>
            </a:pPr>
            <a:r>
              <a:rPr lang="en-US" altLang="ko-KR">
                <a:solidFill>
                  <a:srgbClr val="ff0000"/>
                </a:solidFill>
                <a:latin typeface="나눔고딕 ExtraBold"/>
                <a:ea typeface="나눔고딕 ExtraBold"/>
              </a:rPr>
              <a:t>2. Data API</a:t>
            </a:r>
            <a:endParaRPr lang="en-US" altLang="ko-KR">
              <a:solidFill>
                <a:srgbClr val="ff0000"/>
              </a:solidFill>
              <a:latin typeface="나눔고딕 ExtraBold"/>
              <a:ea typeface="나눔고딕 ExtraBold"/>
            </a:endParaRPr>
          </a:p>
          <a:p>
            <a:pPr lvl="0" algn="ctr">
              <a:lnSpc>
                <a:spcPct val="80000"/>
              </a:lnSpc>
              <a:defRPr/>
            </a:pPr>
            <a:r>
              <a:rPr lang="en-US" altLang="ko-KR">
                <a:solidFill>
                  <a:srgbClr val="ff0000"/>
                </a:solidFill>
                <a:latin typeface="나눔고딕 ExtraBold"/>
                <a:ea typeface="나눔고딕 ExtraBold"/>
              </a:rPr>
              <a:t>Click</a:t>
            </a:r>
            <a:endParaRPr lang="en-US" altLang="ko-KR">
              <a:solidFill>
                <a:srgbClr val="ff0000"/>
              </a:solidFill>
              <a:latin typeface="나눔고딕 ExtraBold"/>
              <a:ea typeface="나눔고딕 ExtraBold"/>
            </a:endParaRPr>
          </a:p>
        </p:txBody>
      </p:sp>
      <p:sp>
        <p:nvSpPr>
          <p:cNvPr id="74" name="사각형 설명선 73"/>
          <p:cNvSpPr/>
          <p:nvPr/>
        </p:nvSpPr>
        <p:spPr>
          <a:xfrm>
            <a:off x="10078243" y="5246103"/>
            <a:ext cx="1694999" cy="570501"/>
          </a:xfrm>
          <a:prstGeom prst="wedgeRectCallout">
            <a:avLst>
              <a:gd name="adj1" fmla="val 8865"/>
              <a:gd name="adj2" fmla="val 118808"/>
            </a:avLst>
          </a:prstGeom>
          <a:solidFill>
            <a:srgbClr val="ffd700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lnSpc>
                <a:spcPct val="80000"/>
              </a:lnSpc>
              <a:defRPr/>
            </a:pPr>
            <a:r>
              <a:rPr lang="en-US" altLang="ko-KR">
                <a:solidFill>
                  <a:srgbClr val="ff0000"/>
                </a:solidFill>
                <a:latin typeface="나눔고딕 ExtraBold"/>
                <a:ea typeface="나눔고딕 ExtraBold"/>
              </a:rPr>
              <a:t>3. Copy</a:t>
            </a:r>
            <a:endParaRPr lang="en-US" altLang="ko-KR">
              <a:solidFill>
                <a:srgbClr val="ff0000"/>
              </a:solidFill>
              <a:latin typeface="나눔고딕 ExtraBold"/>
              <a:ea typeface="나눔고딕 ExtraBold"/>
            </a:endParaRPr>
          </a:p>
          <a:p>
            <a:pPr lvl="0" algn="ctr">
              <a:lnSpc>
                <a:spcPct val="80000"/>
              </a:lnSpc>
              <a:defRPr/>
            </a:pPr>
            <a:r>
              <a:rPr lang="en-US" altLang="ko-KR">
                <a:solidFill>
                  <a:srgbClr val="ff0000"/>
                </a:solidFill>
                <a:latin typeface="나눔고딕 ExtraBold"/>
                <a:ea typeface="나눔고딕 ExtraBold"/>
              </a:rPr>
              <a:t>Click</a:t>
            </a:r>
            <a:endParaRPr lang="en-US" altLang="ko-KR">
              <a:solidFill>
                <a:srgbClr val="ff0000"/>
              </a:solidFill>
              <a:latin typeface="나눔고딕 ExtraBold"/>
              <a:ea typeface="나눔고딕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16227319"/>
      </p:ext>
    </p:extLst>
  </p:cSld>
  <p:clrMapOvr>
    <a:masterClrMapping/>
  </p:clrMapOvr>
</p:sld>
</file>

<file path=ppt/slides/slide3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1"/>
          <p:cNvSpPr/>
          <p:nvPr/>
        </p:nvSpPr>
        <p:spPr>
          <a:xfrm>
            <a:off x="130969" y="0"/>
            <a:ext cx="10972798" cy="750093"/>
          </a:xfrm>
          <a:prstGeom prst="rect">
            <a:avLst/>
          </a:prstGeom>
        </p:spPr>
        <p:txBody>
          <a:bodyPr vert="horz" lIns="91440" tIns="45720" rIns="91440" bIns="45720" anchor="ctr"/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웹앱과 수파베이스 </a:t>
            </a:r>
            <a:r>
              <a:rPr xmlns:mc="http://schemas.openxmlformats.org/markup-compatibility/2006" xmlns:hp="http://schemas.haansoft.com/office/presentation/8.0" kumimoji="0" lang="en-US" altLang="ko-KR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DB </a:t>
            </a:r>
            <a:r>
              <a: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연결하기</a:t>
            </a:r>
            <a:endPara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<a:solidFill>
                <a:schemeClr val="accent2">
                  <a:lumMod val="75000"/>
                </a:schemeClr>
              </a:solidFill>
              <a:latin typeface="나눔고딕 ExtraBold"/>
              <a:ea typeface="나눔고딕 ExtraBold"/>
            </a:endParaRPr>
          </a:p>
        </p:txBody>
      </p:sp>
      <p:sp>
        <p:nvSpPr>
          <p:cNvPr id="29" name="제목 1"/>
          <p:cNvSpPr/>
          <p:nvPr/>
        </p:nvSpPr>
        <p:spPr>
          <a:xfrm>
            <a:off x="609601" y="829733"/>
            <a:ext cx="10972798" cy="750093"/>
          </a:xfrm>
          <a:prstGeom prst="rect">
            <a:avLst/>
          </a:prstGeom>
        </p:spPr>
        <p:txBody>
          <a:bodyPr vert="horz" lIns="91440" tIns="45720" rIns="91440" bIns="45720" anchor="ctr"/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3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4.</a:t>
            </a:r>
            <a:r>
              <a:rPr xmlns:mc="http://schemas.openxmlformats.org/markup-compatibility/2006" xmlns:hp="http://schemas.haansoft.com/office/presentation/8.0" kumimoji="0" lang="ko-KR" altLang="en-US" sz="3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sz="3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API URL </a:t>
            </a:r>
            <a:r>
              <a:rPr xmlns:mc="http://schemas.openxmlformats.org/markup-compatibility/2006" xmlns:hp="http://schemas.haansoft.com/office/presentation/8.0" kumimoji="0" lang="ko-KR" altLang="en-US" sz="3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웹앱 코드에 붙여 넣기</a:t>
            </a:r>
            <a:endParaRPr xmlns:mc="http://schemas.openxmlformats.org/markup-compatibility/2006" xmlns:hp="http://schemas.haansoft.com/office/presentation/8.0" kumimoji="0" lang="ko-KR" altLang="en-US" sz="3000" b="0" i="0" u="none" strike="noStrike" kern="1200" cap="none" spc="0" normalizeH="0" baseline="0" mc:Ignorable="hp" hp:hslEmbossed="0">
              <a:solidFill>
                <a:schemeClr val="dk1"/>
              </a:solidFill>
              <a:latin typeface="나눔고딕 ExtraBold"/>
              <a:ea typeface="나눔고딕 ExtraBold"/>
            </a:endParaRPr>
          </a:p>
        </p:txBody>
      </p:sp>
      <p:pic>
        <p:nvPicPr>
          <p:cNvPr id="75" name="그림 74"/>
          <p:cNvPicPr>
            <a:picLocks noChangeAspect="1"/>
          </p:cNvPicPr>
          <p:nvPr/>
        </p:nvPicPr>
        <p:blipFill rotWithShape="1">
          <a:blip r:embed="rId2"/>
          <a:srcRect b="28770"/>
          <a:stretch>
            <a:fillRect/>
          </a:stretch>
        </p:blipFill>
        <p:spPr>
          <a:xfrm>
            <a:off x="411135" y="1839383"/>
            <a:ext cx="11522142" cy="4442090"/>
          </a:xfrm>
          <a:prstGeom prst="rect">
            <a:avLst/>
          </a:prstGeom>
        </p:spPr>
      </p:pic>
      <p:sp>
        <p:nvSpPr>
          <p:cNvPr id="76" name="사각형 설명선 75"/>
          <p:cNvSpPr/>
          <p:nvPr/>
        </p:nvSpPr>
        <p:spPr>
          <a:xfrm>
            <a:off x="2026443" y="4839596"/>
            <a:ext cx="2613125" cy="570501"/>
          </a:xfrm>
          <a:prstGeom prst="wedgeRectCallout">
            <a:avLst>
              <a:gd name="adj1" fmla="val -53599"/>
              <a:gd name="adj2" fmla="val 106521"/>
            </a:avLst>
          </a:prstGeom>
          <a:solidFill>
            <a:srgbClr val="ffd700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lnSpc>
                <a:spcPct val="80000"/>
              </a:lnSpc>
              <a:defRPr/>
            </a:pPr>
            <a:r>
              <a:rPr lang="en-US" altLang="ko-KR">
                <a:solidFill>
                  <a:srgbClr val="ff0000"/>
                </a:solidFill>
                <a:latin typeface="나눔고딕 ExtraBold"/>
                <a:ea typeface="나눔고딕 ExtraBold"/>
              </a:rPr>
              <a:t>1. supabase_config.js</a:t>
            </a:r>
            <a:endParaRPr lang="en-US" altLang="ko-KR">
              <a:solidFill>
                <a:srgbClr val="ff0000"/>
              </a:solidFill>
              <a:latin typeface="나눔고딕 ExtraBold"/>
              <a:ea typeface="나눔고딕 ExtraBold"/>
            </a:endParaRPr>
          </a:p>
          <a:p>
            <a:pPr lvl="0" algn="ctr">
              <a:lnSpc>
                <a:spcPct val="80000"/>
              </a:lnSpc>
              <a:defRPr/>
            </a:pPr>
            <a:r>
              <a:rPr lang="en-US" altLang="ko-KR">
                <a:solidFill>
                  <a:srgbClr val="ff0000"/>
                </a:solidFill>
                <a:latin typeface="나눔고딕 ExtraBold"/>
                <a:ea typeface="나눔고딕 ExtraBold"/>
              </a:rPr>
              <a:t>Click</a:t>
            </a:r>
            <a:endParaRPr lang="en-US" altLang="ko-KR">
              <a:solidFill>
                <a:srgbClr val="ff0000"/>
              </a:solidFill>
              <a:latin typeface="나눔고딕 ExtraBold"/>
              <a:ea typeface="나눔고딕 ExtraBold"/>
            </a:endParaRPr>
          </a:p>
        </p:txBody>
      </p:sp>
      <p:sp>
        <p:nvSpPr>
          <p:cNvPr id="77" name="모서리가 둥근 직사각형 76"/>
          <p:cNvSpPr/>
          <p:nvPr/>
        </p:nvSpPr>
        <p:spPr>
          <a:xfrm>
            <a:off x="1179775" y="5707596"/>
            <a:ext cx="2153230" cy="306917"/>
          </a:xfrm>
          <a:prstGeom prst="roundRect">
            <a:avLst>
              <a:gd name="adj" fmla="val 16667"/>
            </a:avLst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78" name="사각형 설명선 77"/>
          <p:cNvSpPr/>
          <p:nvPr/>
        </p:nvSpPr>
        <p:spPr>
          <a:xfrm>
            <a:off x="7494561" y="3249583"/>
            <a:ext cx="2613125" cy="676334"/>
          </a:xfrm>
          <a:prstGeom prst="wedgeRectCallout">
            <a:avLst>
              <a:gd name="adj1" fmla="val -53599"/>
              <a:gd name="adj2" fmla="val 106521"/>
            </a:avLst>
          </a:prstGeom>
          <a:solidFill>
            <a:srgbClr val="ffd700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lnSpc>
                <a:spcPct val="80000"/>
              </a:lnSpc>
              <a:defRPr/>
            </a:pPr>
            <a:r>
              <a:rPr lang="en-US" altLang="ko-KR">
                <a:solidFill>
                  <a:srgbClr val="ff0000"/>
                </a:solidFill>
                <a:latin typeface="나눔고딕 ExtraBold"/>
                <a:ea typeface="나눔고딕 ExtraBold"/>
              </a:rPr>
              <a:t>2. </a:t>
            </a:r>
            <a:r>
              <a:rPr lang="ko-KR" altLang="en-US">
                <a:solidFill>
                  <a:srgbClr val="ff0000"/>
                </a:solidFill>
                <a:latin typeface="나눔고딕 ExtraBold"/>
                <a:ea typeface="나눔고딕 ExtraBold"/>
              </a:rPr>
              <a:t>복사한 값 큰 따옴표 사이에 붙여넣기</a:t>
            </a:r>
            <a:endParaRPr lang="ko-KR" altLang="en-US">
              <a:solidFill>
                <a:srgbClr val="ff0000"/>
              </a:solidFill>
              <a:latin typeface="나눔고딕 ExtraBold"/>
              <a:ea typeface="나눔고딕 ExtraBold"/>
            </a:endParaRPr>
          </a:p>
        </p:txBody>
      </p:sp>
      <p:sp>
        <p:nvSpPr>
          <p:cNvPr id="79" name="모서리가 둥근 직사각형 78"/>
          <p:cNvSpPr/>
          <p:nvPr/>
        </p:nvSpPr>
        <p:spPr>
          <a:xfrm>
            <a:off x="6814342" y="4283079"/>
            <a:ext cx="3973563" cy="306917"/>
          </a:xfrm>
          <a:prstGeom prst="roundRect">
            <a:avLst>
              <a:gd name="adj" fmla="val 16667"/>
            </a:avLst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80" name="사각형 설명선 79"/>
          <p:cNvSpPr/>
          <p:nvPr/>
        </p:nvSpPr>
        <p:spPr>
          <a:xfrm>
            <a:off x="7668129" y="5015386"/>
            <a:ext cx="3435638" cy="692210"/>
          </a:xfrm>
          <a:prstGeom prst="wedgeRectCallout">
            <a:avLst>
              <a:gd name="adj1" fmla="val 32929"/>
              <a:gd name="adj2" fmla="val -105455"/>
            </a:avLst>
          </a:prstGeom>
          <a:solidFill>
            <a:srgbClr val="ffd700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lnSpc>
                <a:spcPct val="80000"/>
              </a:lnSpc>
              <a:defRPr/>
            </a:pPr>
            <a:r>
              <a:rPr lang="en-US" altLang="ko-KR">
                <a:solidFill>
                  <a:srgbClr val="ff0000"/>
                </a:solidFill>
                <a:latin typeface="나눔고딕 ExtraBold"/>
                <a:ea typeface="나눔고딕 ExtraBold"/>
              </a:rPr>
              <a:t>3. co </a:t>
            </a:r>
            <a:r>
              <a:rPr lang="ko-KR" altLang="en-US">
                <a:solidFill>
                  <a:srgbClr val="ff0000"/>
                </a:solidFill>
                <a:latin typeface="나눔고딕 ExtraBold"/>
                <a:ea typeface="나눔고딕 ExtraBold"/>
              </a:rPr>
              <a:t>뒤에 있는 글자들은 없애기</a:t>
            </a:r>
            <a:r>
              <a:rPr lang="en-US" altLang="ko-KR">
                <a:solidFill>
                  <a:srgbClr val="ff0000"/>
                </a:solidFill>
                <a:latin typeface="나눔고딕 ExtraBold"/>
                <a:ea typeface="나눔고딕 ExtraBold"/>
              </a:rPr>
              <a:t>.</a:t>
            </a:r>
            <a:r>
              <a:rPr lang="ko-KR" altLang="en-US">
                <a:solidFill>
                  <a:srgbClr val="ff0000"/>
                </a:solidFill>
                <a:latin typeface="나눔고딕 ExtraBold"/>
                <a:ea typeface="나눔고딕 ExtraBold"/>
              </a:rPr>
              <a:t> 큰 따옴표는 남아 있어야 함</a:t>
            </a:r>
            <a:r>
              <a:rPr lang="en-US" altLang="ko-KR">
                <a:solidFill>
                  <a:srgbClr val="ff0000"/>
                </a:solidFill>
                <a:latin typeface="나눔고딕 ExtraBold"/>
                <a:ea typeface="나눔고딕 ExtraBold"/>
              </a:rPr>
              <a:t>.</a:t>
            </a:r>
            <a:endParaRPr lang="en-US" altLang="ko-KR">
              <a:solidFill>
                <a:srgbClr val="ff0000"/>
              </a:solidFill>
              <a:latin typeface="나눔고딕 ExtraBold"/>
              <a:ea typeface="나눔고딕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1642442730"/>
      </p:ext>
    </p:extLst>
  </p:cSld>
  <p:clrMapOvr>
    <a:masterClrMapping/>
  </p:clrMapOvr>
</p:sld>
</file>

<file path=ppt/slides/slide3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1"/>
          <p:cNvSpPr/>
          <p:nvPr/>
        </p:nvSpPr>
        <p:spPr>
          <a:xfrm>
            <a:off x="130969" y="0"/>
            <a:ext cx="10972798" cy="750093"/>
          </a:xfrm>
          <a:prstGeom prst="rect">
            <a:avLst/>
          </a:prstGeom>
        </p:spPr>
        <p:txBody>
          <a:bodyPr vert="horz" lIns="91440" tIns="45720" rIns="91440" bIns="45720" anchor="ctr"/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웹앱과 수파베이스 </a:t>
            </a:r>
            <a:r>
              <a:rPr xmlns:mc="http://schemas.openxmlformats.org/markup-compatibility/2006" xmlns:hp="http://schemas.haansoft.com/office/presentation/8.0" kumimoji="0" lang="en-US" altLang="ko-KR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DB </a:t>
            </a:r>
            <a:r>
              <a: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연결하기</a:t>
            </a:r>
            <a:endPara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<a:solidFill>
                <a:schemeClr val="accent2">
                  <a:lumMod val="75000"/>
                </a:schemeClr>
              </a:solidFill>
              <a:latin typeface="나눔고딕 ExtraBold"/>
              <a:ea typeface="나눔고딕 ExtraBold"/>
            </a:endParaRPr>
          </a:p>
        </p:txBody>
      </p:sp>
      <p:sp>
        <p:nvSpPr>
          <p:cNvPr id="29" name="제목 1"/>
          <p:cNvSpPr/>
          <p:nvPr/>
        </p:nvSpPr>
        <p:spPr>
          <a:xfrm>
            <a:off x="609601" y="829733"/>
            <a:ext cx="10972798" cy="750093"/>
          </a:xfrm>
          <a:prstGeom prst="rect">
            <a:avLst/>
          </a:prstGeom>
        </p:spPr>
        <p:txBody>
          <a:bodyPr vert="horz" lIns="91440" tIns="45720" rIns="91440" bIns="45720" anchor="ctr"/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3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5.</a:t>
            </a:r>
            <a:r>
              <a:rPr xmlns:mc="http://schemas.openxmlformats.org/markup-compatibility/2006" xmlns:hp="http://schemas.haansoft.com/office/presentation/8.0" kumimoji="0" lang="ko-KR" altLang="en-US" sz="3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sz="3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DB </a:t>
            </a:r>
            <a:r>
              <a:rPr xmlns:mc="http://schemas.openxmlformats.org/markup-compatibility/2006" xmlns:hp="http://schemas.haansoft.com/office/presentation/8.0" kumimoji="0" lang="ko-KR" altLang="en-US" sz="3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접속 </a:t>
            </a:r>
            <a:r>
              <a:rPr xmlns:mc="http://schemas.openxmlformats.org/markup-compatibility/2006" xmlns:hp="http://schemas.haansoft.com/office/presentation/8.0" kumimoji="0" lang="en-US" altLang="ko-KR" sz="3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API Key </a:t>
            </a:r>
            <a:r>
              <a:rPr xmlns:mc="http://schemas.openxmlformats.org/markup-compatibility/2006" xmlns:hp="http://schemas.haansoft.com/office/presentation/8.0" kumimoji="0" lang="ko-KR" altLang="en-US" sz="3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복사하기</a:t>
            </a:r>
            <a:endParaRPr xmlns:mc="http://schemas.openxmlformats.org/markup-compatibility/2006" xmlns:hp="http://schemas.haansoft.com/office/presentation/8.0" kumimoji="0" lang="ko-KR" altLang="en-US" sz="3000" b="0" i="0" u="none" strike="noStrike" kern="1200" cap="none" spc="0" normalizeH="0" baseline="0" mc:Ignorable="hp" hp:hslEmbossed="0">
              <a:solidFill>
                <a:schemeClr val="dk1"/>
              </a:solidFill>
              <a:latin typeface="나눔고딕 ExtraBold"/>
              <a:ea typeface="나눔고딕 ExtraBold"/>
            </a:endParaRPr>
          </a:p>
        </p:txBody>
      </p:sp>
      <p:pic>
        <p:nvPicPr>
          <p:cNvPr id="81" name="그림 80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237836" y="1743634"/>
            <a:ext cx="1996999" cy="4846167"/>
          </a:xfrm>
          <a:prstGeom prst="rect">
            <a:avLst/>
          </a:prstGeom>
          <a:ln>
            <a:solidFill>
              <a:schemeClr val="dk1"/>
            </a:solidFill>
          </a:ln>
        </p:spPr>
      </p:pic>
      <p:pic>
        <p:nvPicPr>
          <p:cNvPr id="82" name="그림 81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650959" y="1743634"/>
            <a:ext cx="9140544" cy="4846167"/>
          </a:xfrm>
          <a:prstGeom prst="rect">
            <a:avLst/>
          </a:prstGeom>
          <a:ln>
            <a:solidFill>
              <a:schemeClr val="dk1"/>
            </a:solidFill>
          </a:ln>
        </p:spPr>
      </p:pic>
      <p:sp>
        <p:nvSpPr>
          <p:cNvPr id="83" name="모서리가 둥근 직사각형 82"/>
          <p:cNvSpPr/>
          <p:nvPr/>
        </p:nvSpPr>
        <p:spPr>
          <a:xfrm>
            <a:off x="318216" y="6187021"/>
            <a:ext cx="1693336" cy="306917"/>
          </a:xfrm>
          <a:prstGeom prst="roundRect">
            <a:avLst>
              <a:gd name="adj" fmla="val 16667"/>
            </a:avLst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84" name="사각형 설명선 83"/>
          <p:cNvSpPr/>
          <p:nvPr/>
        </p:nvSpPr>
        <p:spPr>
          <a:xfrm>
            <a:off x="407194" y="5315847"/>
            <a:ext cx="2158041" cy="570501"/>
          </a:xfrm>
          <a:prstGeom prst="wedgeRectCallout">
            <a:avLst>
              <a:gd name="adj1" fmla="val -53599"/>
              <a:gd name="adj2" fmla="val 106521"/>
            </a:avLst>
          </a:prstGeom>
          <a:solidFill>
            <a:srgbClr val="ffd700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lnSpc>
                <a:spcPct val="80000"/>
              </a:lnSpc>
              <a:defRPr/>
            </a:pPr>
            <a:r>
              <a:rPr lang="en-US" altLang="ko-KR">
                <a:solidFill>
                  <a:srgbClr val="ff0000"/>
                </a:solidFill>
                <a:latin typeface="나눔고딕 ExtraBold"/>
                <a:ea typeface="나눔고딕 ExtraBold"/>
              </a:rPr>
              <a:t>1. Project Settings</a:t>
            </a:r>
            <a:endParaRPr lang="en-US" altLang="ko-KR">
              <a:solidFill>
                <a:srgbClr val="ff0000"/>
              </a:solidFill>
              <a:latin typeface="나눔고딕 ExtraBold"/>
              <a:ea typeface="나눔고딕 ExtraBold"/>
            </a:endParaRPr>
          </a:p>
          <a:p>
            <a:pPr lvl="0" algn="ctr">
              <a:lnSpc>
                <a:spcPct val="80000"/>
              </a:lnSpc>
              <a:defRPr/>
            </a:pPr>
            <a:r>
              <a:rPr lang="en-US" altLang="ko-KR">
                <a:solidFill>
                  <a:srgbClr val="ff0000"/>
                </a:solidFill>
                <a:latin typeface="나눔고딕 ExtraBold"/>
                <a:ea typeface="나눔고딕 ExtraBold"/>
              </a:rPr>
              <a:t>Click</a:t>
            </a:r>
            <a:endParaRPr lang="en-US" altLang="ko-KR">
              <a:solidFill>
                <a:srgbClr val="ff0000"/>
              </a:solidFill>
              <a:latin typeface="나눔고딕 ExtraBold"/>
              <a:ea typeface="나눔고딕 ExtraBold"/>
            </a:endParaRPr>
          </a:p>
        </p:txBody>
      </p:sp>
      <p:sp>
        <p:nvSpPr>
          <p:cNvPr id="85" name="모서리가 둥근 직사각형 84"/>
          <p:cNvSpPr/>
          <p:nvPr/>
        </p:nvSpPr>
        <p:spPr>
          <a:xfrm>
            <a:off x="2650959" y="3587753"/>
            <a:ext cx="1502659" cy="306917"/>
          </a:xfrm>
          <a:prstGeom prst="roundRect">
            <a:avLst>
              <a:gd name="adj" fmla="val 16667"/>
            </a:avLst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86" name="사각형 설명선 85"/>
          <p:cNvSpPr/>
          <p:nvPr/>
        </p:nvSpPr>
        <p:spPr>
          <a:xfrm>
            <a:off x="2650959" y="2674247"/>
            <a:ext cx="1471966" cy="570501"/>
          </a:xfrm>
          <a:prstGeom prst="wedgeRectCallout">
            <a:avLst>
              <a:gd name="adj1" fmla="val 8865"/>
              <a:gd name="adj2" fmla="val 105497"/>
            </a:avLst>
          </a:prstGeom>
          <a:solidFill>
            <a:srgbClr val="ffd700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lnSpc>
                <a:spcPct val="80000"/>
              </a:lnSpc>
              <a:defRPr/>
            </a:pPr>
            <a:r>
              <a:rPr lang="en-US" altLang="ko-KR">
                <a:solidFill>
                  <a:srgbClr val="ff0000"/>
                </a:solidFill>
                <a:latin typeface="나눔고딕 ExtraBold"/>
                <a:ea typeface="나눔고딕 ExtraBold"/>
              </a:rPr>
              <a:t>2. API Keys</a:t>
            </a:r>
            <a:endParaRPr lang="en-US" altLang="ko-KR">
              <a:solidFill>
                <a:srgbClr val="ff0000"/>
              </a:solidFill>
              <a:latin typeface="나눔고딕 ExtraBold"/>
              <a:ea typeface="나눔고딕 ExtraBold"/>
            </a:endParaRPr>
          </a:p>
          <a:p>
            <a:pPr lvl="0" algn="ctr">
              <a:lnSpc>
                <a:spcPct val="80000"/>
              </a:lnSpc>
              <a:defRPr/>
            </a:pPr>
            <a:r>
              <a:rPr lang="en-US" altLang="ko-KR">
                <a:solidFill>
                  <a:srgbClr val="ff0000"/>
                </a:solidFill>
                <a:latin typeface="나눔고딕 ExtraBold"/>
                <a:ea typeface="나눔고딕 ExtraBold"/>
              </a:rPr>
              <a:t>Click</a:t>
            </a:r>
            <a:endParaRPr lang="en-US" altLang="ko-KR">
              <a:solidFill>
                <a:srgbClr val="ff0000"/>
              </a:solidFill>
              <a:latin typeface="나눔고딕 ExtraBold"/>
              <a:ea typeface="나눔고딕 ExtraBold"/>
            </a:endParaRPr>
          </a:p>
        </p:txBody>
      </p:sp>
      <p:sp>
        <p:nvSpPr>
          <p:cNvPr id="87" name="모서리가 둥근 직사각형 86"/>
          <p:cNvSpPr/>
          <p:nvPr/>
        </p:nvSpPr>
        <p:spPr>
          <a:xfrm>
            <a:off x="5502110" y="4013259"/>
            <a:ext cx="1502659" cy="306917"/>
          </a:xfrm>
          <a:prstGeom prst="roundRect">
            <a:avLst>
              <a:gd name="adj" fmla="val 16667"/>
            </a:avLst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88" name="사각형 설명선 87"/>
          <p:cNvSpPr/>
          <p:nvPr/>
        </p:nvSpPr>
        <p:spPr>
          <a:xfrm>
            <a:off x="5249332" y="3143749"/>
            <a:ext cx="2212798" cy="570501"/>
          </a:xfrm>
          <a:prstGeom prst="wedgeRectCallout">
            <a:avLst>
              <a:gd name="adj1" fmla="val 1953"/>
              <a:gd name="adj2" fmla="val 99352"/>
            </a:avLst>
          </a:prstGeom>
          <a:solidFill>
            <a:srgbClr val="ffd700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lnSpc>
                <a:spcPct val="80000"/>
              </a:lnSpc>
              <a:defRPr/>
            </a:pPr>
            <a:r>
              <a:rPr lang="en-US" altLang="ko-KR">
                <a:solidFill>
                  <a:srgbClr val="ff0000"/>
                </a:solidFill>
                <a:latin typeface="나눔고딕 ExtraBold"/>
                <a:ea typeface="나눔고딕 ExtraBold"/>
              </a:rPr>
              <a:t>3. Publlishable key</a:t>
            </a:r>
            <a:endParaRPr lang="en-US" altLang="ko-KR">
              <a:solidFill>
                <a:srgbClr val="ff0000"/>
              </a:solidFill>
              <a:latin typeface="나눔고딕 ExtraBold"/>
              <a:ea typeface="나눔고딕 ExtraBold"/>
            </a:endParaRPr>
          </a:p>
          <a:p>
            <a:pPr lvl="0" algn="ctr">
              <a:lnSpc>
                <a:spcPct val="80000"/>
              </a:lnSpc>
              <a:defRPr/>
            </a:pPr>
            <a:r>
              <a:rPr lang="ko-KR" altLang="en-US">
                <a:solidFill>
                  <a:srgbClr val="ff0000"/>
                </a:solidFill>
                <a:latin typeface="나눔고딕 ExtraBold"/>
                <a:ea typeface="나눔고딕 ExtraBold"/>
              </a:rPr>
              <a:t>확인</a:t>
            </a:r>
            <a:endParaRPr lang="ko-KR" altLang="en-US">
              <a:solidFill>
                <a:srgbClr val="ff0000"/>
              </a:solidFill>
              <a:latin typeface="나눔고딕 ExtraBold"/>
              <a:ea typeface="나눔고딕 ExtraBold"/>
            </a:endParaRPr>
          </a:p>
        </p:txBody>
      </p:sp>
      <p:sp>
        <p:nvSpPr>
          <p:cNvPr id="89" name="사각형 설명선 88"/>
          <p:cNvSpPr/>
          <p:nvPr/>
        </p:nvSpPr>
        <p:spPr>
          <a:xfrm>
            <a:off x="9335469" y="4767233"/>
            <a:ext cx="1768298" cy="411751"/>
          </a:xfrm>
          <a:prstGeom prst="wedgeRectCallout">
            <a:avLst>
              <a:gd name="adj1" fmla="val -7774"/>
              <a:gd name="adj2" fmla="val 115736"/>
            </a:avLst>
          </a:prstGeom>
          <a:solidFill>
            <a:srgbClr val="ffd700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lnSpc>
                <a:spcPct val="80000"/>
              </a:lnSpc>
              <a:defRPr/>
            </a:pPr>
            <a:r>
              <a:rPr lang="en-US" altLang="ko-KR">
                <a:solidFill>
                  <a:srgbClr val="ff0000"/>
                </a:solidFill>
                <a:latin typeface="나눔고딕 ExtraBold"/>
                <a:ea typeface="나눔고딕 ExtraBold"/>
              </a:rPr>
              <a:t>4. </a:t>
            </a:r>
            <a:r>
              <a:rPr lang="ko-KR" altLang="en-US">
                <a:solidFill>
                  <a:srgbClr val="ff0000"/>
                </a:solidFill>
                <a:latin typeface="나눔고딕 ExtraBold"/>
                <a:ea typeface="나눔고딕 ExtraBold"/>
              </a:rPr>
              <a:t>키 복사</a:t>
            </a:r>
            <a:endParaRPr lang="ko-KR" altLang="en-US">
              <a:solidFill>
                <a:srgbClr val="ff0000"/>
              </a:solidFill>
              <a:latin typeface="나눔고딕 ExtraBold"/>
              <a:ea typeface="나눔고딕 ExtraBold"/>
            </a:endParaRPr>
          </a:p>
        </p:txBody>
      </p:sp>
      <p:sp>
        <p:nvSpPr>
          <p:cNvPr id="90" name="모서리가 둥근 직사각형 89"/>
          <p:cNvSpPr/>
          <p:nvPr/>
        </p:nvSpPr>
        <p:spPr>
          <a:xfrm>
            <a:off x="9813760" y="5447639"/>
            <a:ext cx="405859" cy="243417"/>
          </a:xfrm>
          <a:prstGeom prst="roundRect">
            <a:avLst>
              <a:gd name="adj" fmla="val 16667"/>
            </a:avLst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9902534"/>
      </p:ext>
    </p:extLst>
  </p:cSld>
  <p:clrMapOvr>
    <a:masterClrMapping/>
  </p:clrMapOvr>
</p:sld>
</file>

<file path=ppt/slides/slide3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1"/>
          <p:cNvSpPr/>
          <p:nvPr/>
        </p:nvSpPr>
        <p:spPr>
          <a:xfrm>
            <a:off x="130969" y="0"/>
            <a:ext cx="10972798" cy="750093"/>
          </a:xfrm>
          <a:prstGeom prst="rect">
            <a:avLst/>
          </a:prstGeom>
        </p:spPr>
        <p:txBody>
          <a:bodyPr vert="horz" lIns="91440" tIns="45720" rIns="91440" bIns="45720" anchor="ctr"/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웹앱과 수파베이스 </a:t>
            </a:r>
            <a:r>
              <a:rPr xmlns:mc="http://schemas.openxmlformats.org/markup-compatibility/2006" xmlns:hp="http://schemas.haansoft.com/office/presentation/8.0" kumimoji="0" lang="en-US" altLang="ko-KR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DB </a:t>
            </a:r>
            <a:r>
              <a: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연결하기</a:t>
            </a:r>
            <a:endPara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<a:solidFill>
                <a:schemeClr val="accent2">
                  <a:lumMod val="75000"/>
                </a:schemeClr>
              </a:solidFill>
              <a:latin typeface="나눔고딕 ExtraBold"/>
              <a:ea typeface="나눔고딕 ExtraBold"/>
            </a:endParaRPr>
          </a:p>
        </p:txBody>
      </p:sp>
      <p:sp>
        <p:nvSpPr>
          <p:cNvPr id="29" name="제목 1"/>
          <p:cNvSpPr/>
          <p:nvPr/>
        </p:nvSpPr>
        <p:spPr>
          <a:xfrm>
            <a:off x="609601" y="829733"/>
            <a:ext cx="10972798" cy="750093"/>
          </a:xfrm>
          <a:prstGeom prst="rect">
            <a:avLst/>
          </a:prstGeom>
        </p:spPr>
        <p:txBody>
          <a:bodyPr vert="horz" lIns="91440" tIns="45720" rIns="91440" bIns="45720" anchor="ctr"/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3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6.</a:t>
            </a:r>
            <a:r>
              <a:rPr xmlns:mc="http://schemas.openxmlformats.org/markup-compatibility/2006" xmlns:hp="http://schemas.haansoft.com/office/presentation/8.0" kumimoji="0" lang="ko-KR" altLang="en-US" sz="3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sz="3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DB </a:t>
            </a:r>
            <a:r>
              <a:rPr xmlns:mc="http://schemas.openxmlformats.org/markup-compatibility/2006" xmlns:hp="http://schemas.haansoft.com/office/presentation/8.0" kumimoji="0" lang="ko-KR" altLang="en-US" sz="3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접속 </a:t>
            </a:r>
            <a:r>
              <a:rPr xmlns:mc="http://schemas.openxmlformats.org/markup-compatibility/2006" xmlns:hp="http://schemas.haansoft.com/office/presentation/8.0" kumimoji="0" lang="en-US" altLang="ko-KR" sz="3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API Key </a:t>
            </a:r>
            <a:r>
              <a:rPr xmlns:mc="http://schemas.openxmlformats.org/markup-compatibility/2006" xmlns:hp="http://schemas.haansoft.com/office/presentation/8.0" kumimoji="0" lang="ko-KR" altLang="en-US" sz="3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붙여넣기</a:t>
            </a:r>
            <a:endParaRPr xmlns:mc="http://schemas.openxmlformats.org/markup-compatibility/2006" xmlns:hp="http://schemas.haansoft.com/office/presentation/8.0" kumimoji="0" lang="ko-KR" altLang="en-US" sz="3000" b="0" i="0" u="none" strike="noStrike" kern="1200" cap="none" spc="0" normalizeH="0" baseline="0" mc:Ignorable="hp" hp:hslEmbossed="0">
              <a:solidFill>
                <a:schemeClr val="dk1"/>
              </a:solidFill>
              <a:latin typeface="나눔고딕 ExtraBold"/>
              <a:ea typeface="나눔고딕 ExtraBold"/>
            </a:endParaRPr>
          </a:p>
        </p:txBody>
      </p:sp>
      <p:pic>
        <p:nvPicPr>
          <p:cNvPr id="92" name="그림 91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465644" y="1555750"/>
            <a:ext cx="11260713" cy="4758764"/>
          </a:xfrm>
          <a:prstGeom prst="rect">
            <a:avLst/>
          </a:prstGeom>
        </p:spPr>
      </p:pic>
      <p:sp>
        <p:nvSpPr>
          <p:cNvPr id="93" name="사각형 설명선 92"/>
          <p:cNvSpPr/>
          <p:nvPr/>
        </p:nvSpPr>
        <p:spPr>
          <a:xfrm>
            <a:off x="2093118" y="4601471"/>
            <a:ext cx="2613125" cy="570501"/>
          </a:xfrm>
          <a:prstGeom prst="wedgeRectCallout">
            <a:avLst>
              <a:gd name="adj1" fmla="val -53599"/>
              <a:gd name="adj2" fmla="val 106521"/>
            </a:avLst>
          </a:prstGeom>
          <a:solidFill>
            <a:srgbClr val="ffd700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lnSpc>
                <a:spcPct val="80000"/>
              </a:lnSpc>
              <a:defRPr/>
            </a:pPr>
            <a:r>
              <a:rPr lang="en-US" altLang="ko-KR">
                <a:solidFill>
                  <a:srgbClr val="ff0000"/>
                </a:solidFill>
                <a:latin typeface="나눔고딕 ExtraBold"/>
                <a:ea typeface="나눔고딕 ExtraBold"/>
              </a:rPr>
              <a:t>1. supabase_config.js</a:t>
            </a:r>
            <a:endParaRPr lang="en-US" altLang="ko-KR">
              <a:solidFill>
                <a:srgbClr val="ff0000"/>
              </a:solidFill>
              <a:latin typeface="나눔고딕 ExtraBold"/>
              <a:ea typeface="나눔고딕 ExtraBold"/>
            </a:endParaRPr>
          </a:p>
          <a:p>
            <a:pPr lvl="0" algn="ctr">
              <a:lnSpc>
                <a:spcPct val="80000"/>
              </a:lnSpc>
              <a:defRPr/>
            </a:pPr>
            <a:r>
              <a:rPr lang="en-US" altLang="ko-KR">
                <a:solidFill>
                  <a:srgbClr val="ff0000"/>
                </a:solidFill>
                <a:latin typeface="나눔고딕 ExtraBold"/>
                <a:ea typeface="나눔고딕 ExtraBold"/>
              </a:rPr>
              <a:t>Click</a:t>
            </a:r>
            <a:endParaRPr lang="en-US" altLang="ko-KR">
              <a:solidFill>
                <a:srgbClr val="ff0000"/>
              </a:solidFill>
              <a:latin typeface="나눔고딕 ExtraBold"/>
              <a:ea typeface="나눔고딕 ExtraBold"/>
            </a:endParaRPr>
          </a:p>
        </p:txBody>
      </p:sp>
      <p:sp>
        <p:nvSpPr>
          <p:cNvPr id="94" name="모서리가 둥근 직사각형 93"/>
          <p:cNvSpPr/>
          <p:nvPr/>
        </p:nvSpPr>
        <p:spPr>
          <a:xfrm>
            <a:off x="1246450" y="5469471"/>
            <a:ext cx="2153230" cy="306917"/>
          </a:xfrm>
          <a:prstGeom prst="roundRect">
            <a:avLst>
              <a:gd name="adj" fmla="val 16667"/>
            </a:avLst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95" name="사각형 설명선 94"/>
          <p:cNvSpPr/>
          <p:nvPr/>
        </p:nvSpPr>
        <p:spPr>
          <a:xfrm>
            <a:off x="7494561" y="3672916"/>
            <a:ext cx="2613125" cy="676334"/>
          </a:xfrm>
          <a:prstGeom prst="wedgeRectCallout">
            <a:avLst>
              <a:gd name="adj1" fmla="val -53599"/>
              <a:gd name="adj2" fmla="val 106521"/>
            </a:avLst>
          </a:prstGeom>
          <a:solidFill>
            <a:srgbClr val="ffd700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lnSpc>
                <a:spcPct val="80000"/>
              </a:lnSpc>
              <a:defRPr/>
            </a:pPr>
            <a:r>
              <a:rPr lang="en-US" altLang="ko-KR">
                <a:solidFill>
                  <a:srgbClr val="ff0000"/>
                </a:solidFill>
                <a:latin typeface="나눔고딕 ExtraBold"/>
                <a:ea typeface="나눔고딕 ExtraBold"/>
              </a:rPr>
              <a:t>2. </a:t>
            </a:r>
            <a:r>
              <a:rPr lang="ko-KR" altLang="en-US">
                <a:solidFill>
                  <a:srgbClr val="ff0000"/>
                </a:solidFill>
                <a:latin typeface="나눔고딕 ExtraBold"/>
                <a:ea typeface="나눔고딕 ExtraBold"/>
              </a:rPr>
              <a:t>복사한 값 큰 따옴표 사이에 붙여넣기</a:t>
            </a:r>
            <a:endParaRPr lang="ko-KR" altLang="en-US">
              <a:solidFill>
                <a:srgbClr val="ff0000"/>
              </a:solidFill>
              <a:latin typeface="나눔고딕 ExtraBold"/>
              <a:ea typeface="나눔고딕 ExtraBold"/>
            </a:endParaRPr>
          </a:p>
        </p:txBody>
      </p:sp>
      <p:sp>
        <p:nvSpPr>
          <p:cNvPr id="96" name="모서리가 둥근 직사각형 95"/>
          <p:cNvSpPr/>
          <p:nvPr/>
        </p:nvSpPr>
        <p:spPr>
          <a:xfrm>
            <a:off x="6973092" y="4733263"/>
            <a:ext cx="4428646" cy="306917"/>
          </a:xfrm>
          <a:prstGeom prst="roundRect">
            <a:avLst>
              <a:gd name="adj" fmla="val 16667"/>
            </a:avLst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4557590"/>
      </p:ext>
    </p:extLst>
  </p:cSld>
  <p:clrMapOvr>
    <a:masterClrMapping/>
  </p:clrMapOvr>
</p:sld>
</file>

<file path=ppt/slides/slide3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1"/>
          <p:cNvSpPr/>
          <p:nvPr/>
        </p:nvSpPr>
        <p:spPr>
          <a:xfrm>
            <a:off x="130969" y="0"/>
            <a:ext cx="10972798" cy="750093"/>
          </a:xfrm>
          <a:prstGeom prst="rect">
            <a:avLst/>
          </a:prstGeom>
        </p:spPr>
        <p:txBody>
          <a:bodyPr vert="horz" lIns="91440" tIns="45720" rIns="91440" bIns="45720" anchor="ctr"/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수파베이스 </a:t>
            </a:r>
            <a:r>
              <a:rPr xmlns:mc="http://schemas.openxmlformats.org/markup-compatibility/2006" xmlns:hp="http://schemas.haansoft.com/office/presentation/8.0" kumimoji="0" lang="en-US" altLang="ko-KR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sql </a:t>
            </a:r>
            <a:r>
              <a: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코드 삽입</a:t>
            </a:r>
            <a:endPara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<a:solidFill>
                <a:schemeClr val="accent2">
                  <a:lumMod val="75000"/>
                </a:schemeClr>
              </a:solidFill>
              <a:latin typeface="나눔고딕 ExtraBold"/>
              <a:ea typeface="나눔고딕 ExtraBold"/>
            </a:endParaRPr>
          </a:p>
        </p:txBody>
      </p:sp>
      <p:sp>
        <p:nvSpPr>
          <p:cNvPr id="29" name="제목 1"/>
          <p:cNvSpPr/>
          <p:nvPr/>
        </p:nvSpPr>
        <p:spPr>
          <a:xfrm>
            <a:off x="609601" y="829733"/>
            <a:ext cx="10972798" cy="750093"/>
          </a:xfrm>
          <a:prstGeom prst="rect">
            <a:avLst/>
          </a:prstGeom>
        </p:spPr>
        <p:txBody>
          <a:bodyPr vert="horz" lIns="91440" tIns="45720" rIns="91440" bIns="45720" anchor="ctr"/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3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1.</a:t>
            </a:r>
            <a:r>
              <a:rPr xmlns:mc="http://schemas.openxmlformats.org/markup-compatibility/2006" xmlns:hp="http://schemas.haansoft.com/office/presentation/8.0" kumimoji="0" lang="ko-KR" altLang="en-US" sz="3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 수파베이스 프로젝트 페이지</a:t>
            </a:r>
            <a:endParaRPr xmlns:mc="http://schemas.openxmlformats.org/markup-compatibility/2006" xmlns:hp="http://schemas.haansoft.com/office/presentation/8.0" kumimoji="0" lang="ko-KR" altLang="en-US" sz="3000" b="0" i="0" u="none" strike="noStrike" kern="1200" cap="none" spc="0" normalizeH="0" baseline="0" mc:Ignorable="hp" hp:hslEmbossed="0">
              <a:solidFill>
                <a:schemeClr val="dk1"/>
              </a:solidFill>
              <a:latin typeface="나눔고딕 ExtraBold"/>
              <a:ea typeface="나눔고딕 ExtraBold"/>
            </a:endParaRPr>
          </a:p>
        </p:txBody>
      </p:sp>
      <p:pic>
        <p:nvPicPr>
          <p:cNvPr id="108" name="그림 107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757500" y="1659466"/>
            <a:ext cx="10677000" cy="5032522"/>
          </a:xfrm>
          <a:prstGeom prst="rect">
            <a:avLst/>
          </a:prstGeom>
          <a:ln>
            <a:solidFill>
              <a:schemeClr val="dk1"/>
            </a:solidFill>
          </a:ln>
        </p:spPr>
      </p:pic>
      <p:sp>
        <p:nvSpPr>
          <p:cNvPr id="109" name="모서리가 둥근 직사각형 108"/>
          <p:cNvSpPr/>
          <p:nvPr/>
        </p:nvSpPr>
        <p:spPr>
          <a:xfrm>
            <a:off x="1335167" y="3305073"/>
            <a:ext cx="4053419" cy="518583"/>
          </a:xfrm>
          <a:prstGeom prst="roundRect">
            <a:avLst>
              <a:gd name="adj" fmla="val 16667"/>
            </a:avLst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110" name="사각형 설명선 109"/>
          <p:cNvSpPr/>
          <p:nvPr/>
        </p:nvSpPr>
        <p:spPr>
          <a:xfrm>
            <a:off x="3771905" y="2534149"/>
            <a:ext cx="1197582" cy="496418"/>
          </a:xfrm>
          <a:prstGeom prst="wedgeRectCallout">
            <a:avLst>
              <a:gd name="adj1" fmla="val -90459"/>
              <a:gd name="adj2" fmla="val 145427"/>
            </a:avLst>
          </a:prstGeom>
          <a:solidFill>
            <a:srgbClr val="ffd700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lnSpc>
                <a:spcPct val="80000"/>
              </a:lnSpc>
              <a:defRPr/>
            </a:pPr>
            <a:r>
              <a:rPr lang="ko-KR" altLang="en-US">
                <a:solidFill>
                  <a:srgbClr val="ff0000"/>
                </a:solidFill>
                <a:latin typeface="나눔고딕 ExtraBold"/>
                <a:ea typeface="나눔고딕 ExtraBold"/>
              </a:rPr>
              <a:t>확인</a:t>
            </a:r>
            <a:endParaRPr lang="ko-KR" altLang="en-US">
              <a:solidFill>
                <a:srgbClr val="ff0000"/>
              </a:solidFill>
              <a:latin typeface="나눔고딕 ExtraBold"/>
              <a:ea typeface="나눔고딕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801754947"/>
      </p:ext>
    </p:extLst>
  </p:cSld>
  <p:clrMapOvr>
    <a:masterClrMapping/>
  </p:clrMapOvr>
</p:sld>
</file>

<file path=ppt/slides/slide4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1"/>
          <p:cNvSpPr/>
          <p:nvPr/>
        </p:nvSpPr>
        <p:spPr>
          <a:xfrm>
            <a:off x="130969" y="0"/>
            <a:ext cx="10972798" cy="750093"/>
          </a:xfrm>
          <a:prstGeom prst="rect">
            <a:avLst/>
          </a:prstGeom>
        </p:spPr>
        <p:txBody>
          <a:bodyPr vert="horz" lIns="91440" tIns="45720" rIns="91440" bIns="45720" anchor="ctr"/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수파베이스 </a:t>
            </a:r>
            <a:r>
              <a:rPr xmlns:mc="http://schemas.openxmlformats.org/markup-compatibility/2006" xmlns:hp="http://schemas.haansoft.com/office/presentation/8.0" kumimoji="0" lang="en-US" altLang="ko-KR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sql </a:t>
            </a:r>
            <a:r>
              <a: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코드 삽입</a:t>
            </a:r>
            <a:endPara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<a:solidFill>
                <a:schemeClr val="accent2">
                  <a:lumMod val="75000"/>
                </a:schemeClr>
              </a:solidFill>
              <a:latin typeface="나눔고딕 ExtraBold"/>
              <a:ea typeface="나눔고딕 ExtraBold"/>
            </a:endParaRPr>
          </a:p>
        </p:txBody>
      </p:sp>
      <p:sp>
        <p:nvSpPr>
          <p:cNvPr id="29" name="제목 1"/>
          <p:cNvSpPr/>
          <p:nvPr/>
        </p:nvSpPr>
        <p:spPr>
          <a:xfrm>
            <a:off x="609601" y="829733"/>
            <a:ext cx="10972798" cy="750093"/>
          </a:xfrm>
          <a:prstGeom prst="rect">
            <a:avLst/>
          </a:prstGeom>
        </p:spPr>
        <p:txBody>
          <a:bodyPr vert="horz" lIns="91440" tIns="45720" rIns="91440" bIns="45720" anchor="ctr"/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3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2.</a:t>
            </a:r>
            <a:r>
              <a:rPr xmlns:mc="http://schemas.openxmlformats.org/markup-compatibility/2006" xmlns:hp="http://schemas.haansoft.com/office/presentation/8.0" kumimoji="0" lang="ko-KR" altLang="en-US" sz="3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 수파베이스 </a:t>
            </a:r>
            <a:r>
              <a:rPr xmlns:mc="http://schemas.openxmlformats.org/markup-compatibility/2006" xmlns:hp="http://schemas.haansoft.com/office/presentation/8.0" kumimoji="0" lang="en-US" altLang="ko-KR" sz="3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sql </a:t>
            </a:r>
            <a:r>
              <a:rPr xmlns:mc="http://schemas.openxmlformats.org/markup-compatibility/2006" xmlns:hp="http://schemas.haansoft.com/office/presentation/8.0" kumimoji="0" lang="ko-KR" altLang="en-US" sz="3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코드 삽입</a:t>
            </a:r>
            <a:endParaRPr xmlns:mc="http://schemas.openxmlformats.org/markup-compatibility/2006" xmlns:hp="http://schemas.haansoft.com/office/presentation/8.0" kumimoji="0" lang="ko-KR" altLang="en-US" sz="3000" b="0" i="0" u="none" strike="noStrike" kern="1200" cap="none" spc="0" normalizeH="0" baseline="0" mc:Ignorable="hp" hp:hslEmbossed="0">
              <a:solidFill>
                <a:schemeClr val="dk1"/>
              </a:solidFill>
              <a:latin typeface="나눔고딕 ExtraBold"/>
              <a:ea typeface="나눔고딕 ExtraBold"/>
            </a:endParaRPr>
          </a:p>
        </p:txBody>
      </p:sp>
      <p:pic>
        <p:nvPicPr>
          <p:cNvPr id="111" name="그림 110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30969" y="1659466"/>
            <a:ext cx="1859835" cy="4968816"/>
          </a:xfrm>
          <a:prstGeom prst="rect">
            <a:avLst/>
          </a:prstGeom>
          <a:ln>
            <a:solidFill>
              <a:schemeClr val="dk1"/>
            </a:solidFill>
          </a:ln>
        </p:spPr>
      </p:pic>
      <p:pic>
        <p:nvPicPr>
          <p:cNvPr id="113" name="그림 112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296219" y="1659466"/>
            <a:ext cx="9572149" cy="4968816"/>
          </a:xfrm>
          <a:prstGeom prst="rect">
            <a:avLst/>
          </a:prstGeom>
          <a:ln>
            <a:solidFill>
              <a:schemeClr val="dk1"/>
            </a:solidFill>
          </a:ln>
        </p:spPr>
      </p:pic>
      <p:sp>
        <p:nvSpPr>
          <p:cNvPr id="114" name="모서리가 둥근 직사각형 113"/>
          <p:cNvSpPr/>
          <p:nvPr/>
        </p:nvSpPr>
        <p:spPr>
          <a:xfrm>
            <a:off x="130969" y="2500740"/>
            <a:ext cx="1312336" cy="391582"/>
          </a:xfrm>
          <a:prstGeom prst="roundRect">
            <a:avLst>
              <a:gd name="adj" fmla="val 16667"/>
            </a:avLst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115" name="사각형 설명선 114"/>
          <p:cNvSpPr/>
          <p:nvPr/>
        </p:nvSpPr>
        <p:spPr>
          <a:xfrm>
            <a:off x="844513" y="1579826"/>
            <a:ext cx="1197582" cy="496418"/>
          </a:xfrm>
          <a:prstGeom prst="wedgeRectCallout">
            <a:avLst>
              <a:gd name="adj1" fmla="val -54617"/>
              <a:gd name="adj2" fmla="val 131090"/>
            </a:avLst>
          </a:prstGeom>
          <a:solidFill>
            <a:srgbClr val="ffd700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lnSpc>
                <a:spcPct val="80000"/>
              </a:lnSpc>
              <a:defRPr/>
            </a:pPr>
            <a:r>
              <a:rPr lang="en-US" altLang="ko-KR">
                <a:solidFill>
                  <a:srgbClr val="ff0000"/>
                </a:solidFill>
                <a:latin typeface="나눔고딕 ExtraBold"/>
                <a:ea typeface="나눔고딕 ExtraBold"/>
              </a:rPr>
              <a:t>1. Click</a:t>
            </a:r>
            <a:endParaRPr lang="en-US" altLang="ko-KR">
              <a:solidFill>
                <a:srgbClr val="ff0000"/>
              </a:solidFill>
              <a:latin typeface="나눔고딕 ExtraBold"/>
              <a:ea typeface="나눔고딕 ExtraBold"/>
            </a:endParaRPr>
          </a:p>
        </p:txBody>
      </p:sp>
      <p:sp>
        <p:nvSpPr>
          <p:cNvPr id="116" name="모서리가 둥근 직사각형 115"/>
          <p:cNvSpPr/>
          <p:nvPr/>
        </p:nvSpPr>
        <p:spPr>
          <a:xfrm>
            <a:off x="5257535" y="2183240"/>
            <a:ext cx="6466417" cy="1960634"/>
          </a:xfrm>
          <a:prstGeom prst="roundRect">
            <a:avLst>
              <a:gd name="adj" fmla="val 7291"/>
            </a:avLst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117" name="사각형 설명선 116"/>
          <p:cNvSpPr/>
          <p:nvPr/>
        </p:nvSpPr>
        <p:spPr>
          <a:xfrm>
            <a:off x="8373498" y="1579826"/>
            <a:ext cx="1927832" cy="496418"/>
          </a:xfrm>
          <a:prstGeom prst="wedgeRectCallout">
            <a:avLst>
              <a:gd name="adj1" fmla="val -54617"/>
              <a:gd name="adj2" fmla="val 131090"/>
            </a:avLst>
          </a:prstGeom>
          <a:solidFill>
            <a:srgbClr val="ffd700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lnSpc>
                <a:spcPct val="80000"/>
              </a:lnSpc>
              <a:defRPr/>
            </a:pPr>
            <a:r>
              <a:rPr lang="en-US" altLang="ko-KR">
                <a:solidFill>
                  <a:srgbClr val="ff0000"/>
                </a:solidFill>
                <a:latin typeface="나눔고딕 ExtraBold"/>
                <a:ea typeface="나눔고딕 ExtraBold"/>
              </a:rPr>
              <a:t>2. </a:t>
            </a:r>
            <a:r>
              <a:rPr lang="ko-KR" altLang="en-US">
                <a:solidFill>
                  <a:srgbClr val="ff0000"/>
                </a:solidFill>
                <a:latin typeface="나눔고딕 ExtraBold"/>
                <a:ea typeface="나눔고딕 ExtraBold"/>
              </a:rPr>
              <a:t>코드 붙여넣기</a:t>
            </a:r>
            <a:endParaRPr lang="ko-KR" altLang="en-US">
              <a:solidFill>
                <a:srgbClr val="ff0000"/>
              </a:solidFill>
              <a:latin typeface="나눔고딕 ExtraBold"/>
              <a:ea typeface="나눔고딕 ExtraBold"/>
            </a:endParaRPr>
          </a:p>
        </p:txBody>
      </p:sp>
      <p:sp>
        <p:nvSpPr>
          <p:cNvPr id="118" name="사각형 설명선 117"/>
          <p:cNvSpPr/>
          <p:nvPr/>
        </p:nvSpPr>
        <p:spPr>
          <a:xfrm>
            <a:off x="9833996" y="4907227"/>
            <a:ext cx="1483332" cy="496418"/>
          </a:xfrm>
          <a:prstGeom prst="wedgeRectCallout">
            <a:avLst>
              <a:gd name="adj1" fmla="val 36008"/>
              <a:gd name="adj2" fmla="val -106492"/>
            </a:avLst>
          </a:prstGeom>
          <a:solidFill>
            <a:srgbClr val="ffd700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lnSpc>
                <a:spcPct val="80000"/>
              </a:lnSpc>
              <a:defRPr/>
            </a:pPr>
            <a:r>
              <a:rPr lang="en-US" altLang="ko-KR">
                <a:solidFill>
                  <a:srgbClr val="ff0000"/>
                </a:solidFill>
                <a:latin typeface="나눔고딕 ExtraBold"/>
                <a:ea typeface="나눔고딕 ExtraBold"/>
              </a:rPr>
              <a:t>3.</a:t>
            </a:r>
            <a:r>
              <a:rPr lang="ko-KR" altLang="en-US">
                <a:solidFill>
                  <a:srgbClr val="ff0000"/>
                </a:solidFill>
                <a:latin typeface="나눔고딕 ExtraBold"/>
                <a:ea typeface="나눔고딕 ExtraBold"/>
              </a:rPr>
              <a:t> </a:t>
            </a:r>
            <a:r>
              <a:rPr lang="en-US" altLang="ko-KR">
                <a:solidFill>
                  <a:srgbClr val="ff0000"/>
                </a:solidFill>
                <a:latin typeface="나눔고딕 ExtraBold"/>
                <a:ea typeface="나눔고딕 ExtraBold"/>
              </a:rPr>
              <a:t>Run Click</a:t>
            </a:r>
            <a:endParaRPr lang="en-US" altLang="ko-KR">
              <a:solidFill>
                <a:srgbClr val="ff0000"/>
              </a:solidFill>
              <a:latin typeface="나눔고딕 ExtraBold"/>
              <a:ea typeface="나눔고딕 ExtraBold"/>
            </a:endParaRPr>
          </a:p>
        </p:txBody>
      </p:sp>
      <p:pic>
        <p:nvPicPr>
          <p:cNvPr id="119" name="그림 118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5093787" y="4290189"/>
            <a:ext cx="2537680" cy="1089754"/>
          </a:xfrm>
          <a:prstGeom prst="rect">
            <a:avLst/>
          </a:prstGeom>
        </p:spPr>
      </p:pic>
      <p:sp>
        <p:nvSpPr>
          <p:cNvPr id="120" name="모서리가 둥근 직사각형 119"/>
          <p:cNvSpPr/>
          <p:nvPr/>
        </p:nvSpPr>
        <p:spPr>
          <a:xfrm>
            <a:off x="5256232" y="4931069"/>
            <a:ext cx="2063753" cy="391582"/>
          </a:xfrm>
          <a:prstGeom prst="roundRect">
            <a:avLst>
              <a:gd name="adj" fmla="val 16667"/>
            </a:avLst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121" name="모서리가 둥근 직사각형 120"/>
          <p:cNvSpPr/>
          <p:nvPr/>
        </p:nvSpPr>
        <p:spPr>
          <a:xfrm>
            <a:off x="10929958" y="4380074"/>
            <a:ext cx="889002" cy="243415"/>
          </a:xfrm>
          <a:prstGeom prst="roundRect">
            <a:avLst>
              <a:gd name="adj" fmla="val 16667"/>
            </a:avLst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122" name="사각형 설명선 121"/>
          <p:cNvSpPr/>
          <p:nvPr/>
        </p:nvSpPr>
        <p:spPr>
          <a:xfrm>
            <a:off x="6859246" y="5842793"/>
            <a:ext cx="1896083" cy="496418"/>
          </a:xfrm>
          <a:prstGeom prst="wedgeRectCallout">
            <a:avLst>
              <a:gd name="adj1" fmla="val -46168"/>
              <a:gd name="adj2" fmla="val -145402"/>
            </a:avLst>
          </a:prstGeom>
          <a:solidFill>
            <a:srgbClr val="ffd700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lnSpc>
                <a:spcPct val="80000"/>
              </a:lnSpc>
              <a:defRPr/>
            </a:pPr>
            <a:r>
              <a:rPr lang="en-US" altLang="ko-KR">
                <a:solidFill>
                  <a:srgbClr val="ff0000"/>
                </a:solidFill>
                <a:latin typeface="나눔고딕 ExtraBold"/>
                <a:ea typeface="나눔고딕 ExtraBold"/>
              </a:rPr>
              <a:t>4.</a:t>
            </a:r>
            <a:r>
              <a:rPr lang="ko-KR" altLang="en-US">
                <a:solidFill>
                  <a:srgbClr val="ff0000"/>
                </a:solidFill>
                <a:latin typeface="나눔고딕 ExtraBold"/>
                <a:ea typeface="나눔고딕 ExtraBold"/>
              </a:rPr>
              <a:t> </a:t>
            </a:r>
            <a:r>
              <a:rPr lang="en-US" altLang="ko-KR">
                <a:solidFill>
                  <a:srgbClr val="ff0000"/>
                </a:solidFill>
                <a:latin typeface="나눔고딕 ExtraBold"/>
                <a:ea typeface="나눔고딕 ExtraBold"/>
              </a:rPr>
              <a:t>Success </a:t>
            </a:r>
            <a:r>
              <a:rPr lang="ko-KR" altLang="en-US">
                <a:solidFill>
                  <a:srgbClr val="ff0000"/>
                </a:solidFill>
                <a:latin typeface="나눔고딕 ExtraBold"/>
                <a:ea typeface="나눔고딕 ExtraBold"/>
              </a:rPr>
              <a:t>확인</a:t>
            </a:r>
            <a:endParaRPr lang="ko-KR" altLang="en-US">
              <a:solidFill>
                <a:srgbClr val="ff0000"/>
              </a:solidFill>
              <a:latin typeface="나눔고딕 ExtraBold"/>
              <a:ea typeface="나눔고딕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3037618115"/>
      </p:ext>
    </p:extLst>
  </p:cSld>
  <p:clrMapOvr>
    <a:masterClrMapping/>
  </p:clrMapOvr>
</p:sld>
</file>

<file path=ppt/slides/slide4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1"/>
          <p:cNvSpPr/>
          <p:nvPr/>
        </p:nvSpPr>
        <p:spPr>
          <a:xfrm>
            <a:off x="130969" y="0"/>
            <a:ext cx="10972798" cy="750093"/>
          </a:xfrm>
          <a:prstGeom prst="rect">
            <a:avLst/>
          </a:prstGeom>
        </p:spPr>
        <p:txBody>
          <a:bodyPr vert="horz" lIns="91440" tIns="45720" rIns="91440" bIns="45720" anchor="ctr"/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수파베이스 </a:t>
            </a:r>
            <a:r>
              <a:rPr xmlns:mc="http://schemas.openxmlformats.org/markup-compatibility/2006" xmlns:hp="http://schemas.haansoft.com/office/presentation/8.0" kumimoji="0" lang="en-US" altLang="ko-KR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-</a:t>
            </a:r>
            <a:r>
              <a: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 회원 가입 기능 구현</a:t>
            </a:r>
            <a:endPara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<a:solidFill>
                <a:schemeClr val="accent2">
                  <a:lumMod val="75000"/>
                </a:schemeClr>
              </a:solidFill>
              <a:latin typeface="나눔고딕 ExtraBold"/>
              <a:ea typeface="나눔고딕 ExtraBold"/>
            </a:endParaRPr>
          </a:p>
        </p:txBody>
      </p:sp>
      <p:pic>
        <p:nvPicPr>
          <p:cNvPr id="13" name="그림 1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229479" y="974840"/>
            <a:ext cx="1941811" cy="5632793"/>
          </a:xfrm>
          <a:prstGeom prst="rect">
            <a:avLst/>
          </a:prstGeom>
        </p:spPr>
      </p:pic>
      <p:pic>
        <p:nvPicPr>
          <p:cNvPr id="15" name="그림 14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353228" y="974840"/>
            <a:ext cx="9678238" cy="5616426"/>
          </a:xfrm>
          <a:prstGeom prst="rect">
            <a:avLst/>
          </a:prstGeom>
        </p:spPr>
      </p:pic>
      <p:sp>
        <p:nvSpPr>
          <p:cNvPr id="20" name="사각형 설명선 19"/>
          <p:cNvSpPr/>
          <p:nvPr/>
        </p:nvSpPr>
        <p:spPr>
          <a:xfrm>
            <a:off x="552235" y="1850418"/>
            <a:ext cx="2054831" cy="535112"/>
          </a:xfrm>
          <a:prstGeom prst="wedgeRectCallout">
            <a:avLst>
              <a:gd name="adj1" fmla="val -39264"/>
              <a:gd name="adj2" fmla="val 97314"/>
            </a:avLst>
          </a:prstGeom>
          <a:solidFill>
            <a:srgbClr val="ffd700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r>
              <a:rPr lang="en-US" altLang="ko-KR">
                <a:solidFill>
                  <a:srgbClr val="ff0000"/>
                </a:solidFill>
                <a:latin typeface="나눔고딕 ExtraBold"/>
                <a:ea typeface="나눔고딕 ExtraBold"/>
              </a:rPr>
              <a:t>1.</a:t>
            </a:r>
            <a:r>
              <a:rPr lang="ko-KR" altLang="en-US">
                <a:solidFill>
                  <a:srgbClr val="ff0000"/>
                </a:solidFill>
                <a:latin typeface="나눔고딕 ExtraBold"/>
                <a:ea typeface="나눔고딕 ExtraBold"/>
              </a:rPr>
              <a:t> </a:t>
            </a:r>
            <a:r>
              <a:rPr lang="en-US" altLang="ko-KR">
                <a:solidFill>
                  <a:srgbClr val="ff0000"/>
                </a:solidFill>
                <a:latin typeface="나눔고딕 ExtraBold"/>
                <a:ea typeface="나눔고딕 ExtraBold"/>
              </a:rPr>
              <a:t>Authentication</a:t>
            </a:r>
            <a:endParaRPr lang="ko-KR" altLang="en-US">
              <a:latin typeface="나눔고딕 ExtraBold"/>
              <a:ea typeface="나눔고딕 ExtraBold"/>
            </a:endParaRPr>
          </a:p>
        </p:txBody>
      </p:sp>
      <p:sp>
        <p:nvSpPr>
          <p:cNvPr id="22" name="사각형 설명선 21"/>
          <p:cNvSpPr/>
          <p:nvPr/>
        </p:nvSpPr>
        <p:spPr>
          <a:xfrm>
            <a:off x="3080934" y="2942047"/>
            <a:ext cx="2054831" cy="634001"/>
          </a:xfrm>
          <a:prstGeom prst="wedgeRectCallout">
            <a:avLst>
              <a:gd name="adj1" fmla="val -45920"/>
              <a:gd name="adj2" fmla="val 117793"/>
            </a:avLst>
          </a:prstGeom>
          <a:solidFill>
            <a:srgbClr val="ffd700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lnSpc>
                <a:spcPct val="80000"/>
              </a:lnSpc>
              <a:defRPr/>
            </a:pPr>
            <a:r>
              <a:rPr lang="en-US" altLang="ko-KR">
                <a:solidFill>
                  <a:srgbClr val="ff0000"/>
                </a:solidFill>
                <a:latin typeface="나눔고딕 ExtraBold"/>
                <a:ea typeface="나눔고딕 ExtraBold"/>
              </a:rPr>
              <a:t>2.</a:t>
            </a:r>
            <a:r>
              <a:rPr lang="ko-KR" altLang="en-US">
                <a:solidFill>
                  <a:srgbClr val="ff0000"/>
                </a:solidFill>
                <a:latin typeface="나눔고딕 ExtraBold"/>
                <a:ea typeface="나눔고딕 ExtraBold"/>
              </a:rPr>
              <a:t> </a:t>
            </a:r>
            <a:r>
              <a:rPr lang="en-US" altLang="ko-KR">
                <a:solidFill>
                  <a:srgbClr val="ff0000"/>
                </a:solidFill>
                <a:latin typeface="나눔고딕 ExtraBold"/>
                <a:ea typeface="나눔고딕 ExtraBold"/>
              </a:rPr>
              <a:t>Sign In / Providers</a:t>
            </a:r>
            <a:endParaRPr lang="en-US" altLang="ko-KR">
              <a:solidFill>
                <a:srgbClr val="ff0000"/>
              </a:solidFill>
              <a:latin typeface="나눔고딕 ExtraBold"/>
              <a:ea typeface="나눔고딕 ExtraBold"/>
            </a:endParaRPr>
          </a:p>
        </p:txBody>
      </p:sp>
      <p:sp>
        <p:nvSpPr>
          <p:cNvPr id="23" name="사각형 설명선 22"/>
          <p:cNvSpPr/>
          <p:nvPr/>
        </p:nvSpPr>
        <p:spPr>
          <a:xfrm>
            <a:off x="8963318" y="4278545"/>
            <a:ext cx="2054831" cy="634001"/>
          </a:xfrm>
          <a:prstGeom prst="wedgeRectCallout">
            <a:avLst>
              <a:gd name="adj1" fmla="val 68770"/>
              <a:gd name="adj2" fmla="val 139296"/>
            </a:avLst>
          </a:prstGeom>
          <a:solidFill>
            <a:srgbClr val="ffd700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lnSpc>
                <a:spcPct val="80000"/>
              </a:lnSpc>
              <a:defRPr/>
            </a:pPr>
            <a:r>
              <a:rPr lang="en-US" altLang="ko-KR">
                <a:solidFill>
                  <a:srgbClr val="ff0000"/>
                </a:solidFill>
                <a:latin typeface="나눔고딕 ExtraBold"/>
                <a:ea typeface="나눔고딕 ExtraBold"/>
              </a:rPr>
              <a:t>3. Confirm email</a:t>
            </a:r>
            <a:endParaRPr lang="en-US" altLang="ko-KR">
              <a:solidFill>
                <a:srgbClr val="ff0000"/>
              </a:solidFill>
              <a:latin typeface="나눔고딕 ExtraBold"/>
              <a:ea typeface="나눔고딕 ExtraBold"/>
            </a:endParaRPr>
          </a:p>
          <a:p>
            <a:pPr lvl="0" algn="ctr">
              <a:lnSpc>
                <a:spcPct val="80000"/>
              </a:lnSpc>
              <a:defRPr/>
            </a:pPr>
            <a:r>
              <a:rPr lang="en-US" altLang="ko-KR">
                <a:solidFill>
                  <a:srgbClr val="ff0000"/>
                </a:solidFill>
                <a:latin typeface="나눔고딕 ExtraBold"/>
                <a:ea typeface="나눔고딕 ExtraBold"/>
              </a:rPr>
              <a:t>Off </a:t>
            </a:r>
            <a:r>
              <a:rPr lang="ko-KR" altLang="en-US">
                <a:solidFill>
                  <a:srgbClr val="ff0000"/>
                </a:solidFill>
                <a:latin typeface="나눔고딕 ExtraBold"/>
                <a:ea typeface="나눔고딕 ExtraBold"/>
              </a:rPr>
              <a:t>변환</a:t>
            </a:r>
            <a:endParaRPr lang="ko-KR" altLang="en-US">
              <a:solidFill>
                <a:srgbClr val="ff0000"/>
              </a:solidFill>
              <a:latin typeface="나눔고딕 ExtraBold"/>
              <a:ea typeface="나눔고딕 ExtraBold"/>
            </a:endParaRPr>
          </a:p>
        </p:txBody>
      </p:sp>
      <p:sp>
        <p:nvSpPr>
          <p:cNvPr id="24" name="사각형 설명선 23"/>
          <p:cNvSpPr/>
          <p:nvPr/>
        </p:nvSpPr>
        <p:spPr>
          <a:xfrm>
            <a:off x="7935902" y="5758023"/>
            <a:ext cx="2054831" cy="634001"/>
          </a:xfrm>
          <a:prstGeom prst="wedgeRectCallout">
            <a:avLst>
              <a:gd name="adj1" fmla="val 92832"/>
              <a:gd name="adj2" fmla="val 32794"/>
            </a:avLst>
          </a:prstGeom>
          <a:solidFill>
            <a:srgbClr val="ffd700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lnSpc>
                <a:spcPct val="80000"/>
              </a:lnSpc>
              <a:defRPr/>
            </a:pPr>
            <a:r>
              <a:rPr lang="en-US" altLang="ko-KR">
                <a:solidFill>
                  <a:srgbClr val="ff0000"/>
                </a:solidFill>
                <a:latin typeface="나눔고딕 ExtraBold"/>
                <a:ea typeface="나눔고딕 ExtraBold"/>
              </a:rPr>
              <a:t>4.</a:t>
            </a:r>
            <a:r>
              <a:rPr lang="ko-KR" altLang="en-US">
                <a:solidFill>
                  <a:srgbClr val="ff0000"/>
                </a:solidFill>
                <a:latin typeface="나눔고딕 ExtraBold"/>
                <a:ea typeface="나눔고딕 ExtraBold"/>
              </a:rPr>
              <a:t> </a:t>
            </a:r>
            <a:r>
              <a:rPr lang="en-US" altLang="ko-KR">
                <a:solidFill>
                  <a:srgbClr val="ff0000"/>
                </a:solidFill>
                <a:latin typeface="나눔고딕 ExtraBold"/>
                <a:ea typeface="나눔고딕 ExtraBold"/>
              </a:rPr>
              <a:t>Save changes</a:t>
            </a:r>
            <a:endParaRPr lang="en-US" altLang="ko-KR">
              <a:solidFill>
                <a:srgbClr val="ff0000"/>
              </a:solidFill>
              <a:latin typeface="나눔고딕 ExtraBold"/>
              <a:ea typeface="나눔고딕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2612134854"/>
      </p:ext>
    </p:extLst>
  </p:cSld>
  <p:clrMapOvr>
    <a:masterClrMapping/>
  </p:clrMapOvr>
</p:sld>
</file>

<file path=ppt/slides/slide4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1"/>
          <p:cNvSpPr/>
          <p:nvPr/>
        </p:nvSpPr>
        <p:spPr>
          <a:xfrm>
            <a:off x="130969" y="0"/>
            <a:ext cx="10972798" cy="750093"/>
          </a:xfrm>
          <a:prstGeom prst="rect">
            <a:avLst/>
          </a:prstGeom>
        </p:spPr>
        <p:txBody>
          <a:bodyPr vert="horz" lIns="91440" tIns="45720" rIns="91440" bIns="45720" anchor="ctr"/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“Idea Canvas”</a:t>
            </a:r>
            <a:r>
              <a: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 주요 기능</a:t>
            </a:r>
            <a:endPara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<a:solidFill>
                <a:schemeClr val="accent2">
                  <a:lumMod val="75000"/>
                </a:schemeClr>
              </a:solidFill>
              <a:latin typeface="나눔고딕 ExtraBold"/>
              <a:ea typeface="나눔고딕 ExtraBold"/>
            </a:endParaRPr>
          </a:p>
        </p:txBody>
      </p:sp>
      <p:sp>
        <p:nvSpPr>
          <p:cNvPr id="29" name="제목 1"/>
          <p:cNvSpPr/>
          <p:nvPr/>
        </p:nvSpPr>
        <p:spPr>
          <a:xfrm>
            <a:off x="609601" y="829733"/>
            <a:ext cx="10972798" cy="750093"/>
          </a:xfrm>
          <a:prstGeom prst="rect">
            <a:avLst/>
          </a:prstGeom>
        </p:spPr>
        <p:txBody>
          <a:bodyPr vert="horz" lIns="91440" tIns="45720" rIns="91440" bIns="45720" anchor="ctr"/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3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1.</a:t>
            </a:r>
            <a:r>
              <a:rPr xmlns:mc="http://schemas.openxmlformats.org/markup-compatibility/2006" xmlns:hp="http://schemas.haansoft.com/office/presentation/8.0" kumimoji="0" lang="ko-KR" altLang="en-US" sz="3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 실시간 메모 작성</a:t>
            </a:r>
            <a:endParaRPr xmlns:mc="http://schemas.openxmlformats.org/markup-compatibility/2006" xmlns:hp="http://schemas.haansoft.com/office/presentation/8.0" kumimoji="0" lang="ko-KR" altLang="en-US" sz="3000" b="0" i="0" u="none" strike="noStrike" kern="1200" cap="none" spc="0" normalizeH="0" baseline="0" mc:Ignorable="hp" hp:hslEmbossed="0">
              <a:solidFill>
                <a:schemeClr val="dk1"/>
              </a:solidFill>
              <a:latin typeface="나눔고딕 ExtraBold"/>
              <a:ea typeface="나눔고딕 ExtraBold"/>
            </a:endParaRPr>
          </a:p>
        </p:txBody>
      </p:sp>
      <p:pic>
        <p:nvPicPr>
          <p:cNvPr id="31" name="그림 30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460196" y="1659466"/>
            <a:ext cx="11271607" cy="5068360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38384772"/>
      </p:ext>
    </p:extLst>
  </p:cSld>
  <p:clrMapOvr>
    <a:masterClrMapping/>
  </p:clrMapOvr>
</p:sld>
</file>

<file path=ppt/slides/slide4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1"/>
          <p:cNvSpPr/>
          <p:nvPr/>
        </p:nvSpPr>
        <p:spPr>
          <a:xfrm>
            <a:off x="130969" y="0"/>
            <a:ext cx="10972798" cy="750093"/>
          </a:xfrm>
          <a:prstGeom prst="rect">
            <a:avLst/>
          </a:prstGeom>
        </p:spPr>
        <p:txBody>
          <a:bodyPr vert="horz" lIns="91440" tIns="45720" rIns="91440" bIns="45720" anchor="ctr"/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“Idea Canvas”</a:t>
            </a:r>
            <a:r>
              <a: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 주요 기능</a:t>
            </a:r>
            <a:endPara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<a:solidFill>
                <a:schemeClr val="accent2">
                  <a:lumMod val="75000"/>
                </a:schemeClr>
              </a:solidFill>
              <a:latin typeface="나눔고딕 ExtraBold"/>
              <a:ea typeface="나눔고딕 ExtraBold"/>
            </a:endParaRPr>
          </a:p>
        </p:txBody>
      </p:sp>
      <p:sp>
        <p:nvSpPr>
          <p:cNvPr id="29" name="제목 1"/>
          <p:cNvSpPr/>
          <p:nvPr/>
        </p:nvSpPr>
        <p:spPr>
          <a:xfrm>
            <a:off x="609601" y="829733"/>
            <a:ext cx="10972798" cy="750093"/>
          </a:xfrm>
          <a:prstGeom prst="rect">
            <a:avLst/>
          </a:prstGeom>
        </p:spPr>
        <p:txBody>
          <a:bodyPr vert="horz" lIns="91440" tIns="45720" rIns="91440" bIns="45720" anchor="ctr"/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3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2.</a:t>
            </a:r>
            <a:r>
              <a:rPr xmlns:mc="http://schemas.openxmlformats.org/markup-compatibility/2006" xmlns:hp="http://schemas.haansoft.com/office/presentation/8.0" kumimoji="0" lang="ko-KR" altLang="en-US" sz="3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sz="3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QR </a:t>
            </a:r>
            <a:r>
              <a:rPr xmlns:mc="http://schemas.openxmlformats.org/markup-compatibility/2006" xmlns:hp="http://schemas.haansoft.com/office/presentation/8.0" kumimoji="0" lang="ko-KR" altLang="en-US" sz="3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코드를 이용한 보드 공유</a:t>
            </a:r>
            <a:endParaRPr xmlns:mc="http://schemas.openxmlformats.org/markup-compatibility/2006" xmlns:hp="http://schemas.haansoft.com/office/presentation/8.0" kumimoji="0" lang="ko-KR" altLang="en-US" sz="3000" b="0" i="0" u="none" strike="noStrike" kern="1200" cap="none" spc="0" normalizeH="0" baseline="0" mc:Ignorable="hp" hp:hslEmbossed="0">
              <a:solidFill>
                <a:schemeClr val="dk1"/>
              </a:solidFill>
              <a:latin typeface="나눔고딕 ExtraBold"/>
              <a:ea typeface="나눔고딕 ExtraBold"/>
            </a:endParaRPr>
          </a:p>
        </p:txBody>
      </p:sp>
      <p:pic>
        <p:nvPicPr>
          <p:cNvPr id="32" name="그림 31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331771" y="1579826"/>
            <a:ext cx="11382352" cy="5115529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4010206287"/>
      </p:ext>
    </p:extLst>
  </p:cSld>
  <p:clrMapOvr>
    <a:masterClrMapping/>
  </p:clrMapOvr>
</p:sld>
</file>

<file path=ppt/slides/slide4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1"/>
          <p:cNvSpPr/>
          <p:nvPr/>
        </p:nvSpPr>
        <p:spPr>
          <a:xfrm>
            <a:off x="130969" y="0"/>
            <a:ext cx="10972798" cy="750093"/>
          </a:xfrm>
          <a:prstGeom prst="rect">
            <a:avLst/>
          </a:prstGeom>
        </p:spPr>
        <p:txBody>
          <a:bodyPr vert="horz" lIns="91440" tIns="45720" rIns="91440" bIns="45720" anchor="ctr"/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“Idea Canvas”</a:t>
            </a:r>
            <a:r>
              <a: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 주요 기능</a:t>
            </a:r>
            <a:endPara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<a:solidFill>
                <a:schemeClr val="accent2">
                  <a:lumMod val="75000"/>
                </a:schemeClr>
              </a:solidFill>
              <a:latin typeface="나눔고딕 ExtraBold"/>
              <a:ea typeface="나눔고딕 ExtraBold"/>
            </a:endParaRPr>
          </a:p>
        </p:txBody>
      </p:sp>
      <p:sp>
        <p:nvSpPr>
          <p:cNvPr id="29" name="제목 1"/>
          <p:cNvSpPr/>
          <p:nvPr/>
        </p:nvSpPr>
        <p:spPr>
          <a:xfrm>
            <a:off x="609601" y="829733"/>
            <a:ext cx="10972798" cy="750093"/>
          </a:xfrm>
          <a:prstGeom prst="rect">
            <a:avLst/>
          </a:prstGeom>
        </p:spPr>
        <p:txBody>
          <a:bodyPr vert="horz" lIns="91440" tIns="45720" rIns="91440" bIns="45720" anchor="ctr"/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3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3.</a:t>
            </a:r>
            <a:r>
              <a:rPr xmlns:mc="http://schemas.openxmlformats.org/markup-compatibility/2006" xmlns:hp="http://schemas.haansoft.com/office/presentation/8.0" kumimoji="0" lang="ko-KR" altLang="en-US" sz="3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 교사용 대시보드 제공</a:t>
            </a:r>
            <a:endParaRPr xmlns:mc="http://schemas.openxmlformats.org/markup-compatibility/2006" xmlns:hp="http://schemas.haansoft.com/office/presentation/8.0" kumimoji="0" lang="ko-KR" altLang="en-US" sz="3000" b="0" i="0" u="none" strike="noStrike" kern="1200" cap="none" spc="0" normalizeH="0" baseline="0" mc:Ignorable="hp" hp:hslEmbossed="0">
              <a:solidFill>
                <a:schemeClr val="dk1"/>
              </a:solidFill>
              <a:latin typeface="나눔고딕 ExtraBold"/>
              <a:ea typeface="나눔고딕 ExtraBold"/>
            </a:endParaRPr>
          </a:p>
        </p:txBody>
      </p:sp>
      <p:pic>
        <p:nvPicPr>
          <p:cNvPr id="33" name="그림 3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304800" y="1659466"/>
            <a:ext cx="11582399" cy="4949951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576611561"/>
      </p:ext>
    </p:extLst>
  </p:cSld>
  <p:clrMapOvr>
    <a:masterClrMapping/>
  </p:clrMapOvr>
</p:sld>
</file>

<file path=ppt/slides/slide4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1"/>
          <p:cNvSpPr/>
          <p:nvPr/>
        </p:nvSpPr>
        <p:spPr>
          <a:xfrm>
            <a:off x="130969" y="0"/>
            <a:ext cx="10972798" cy="750093"/>
          </a:xfrm>
          <a:prstGeom prst="rect">
            <a:avLst/>
          </a:prstGeom>
        </p:spPr>
        <p:txBody>
          <a:bodyPr vert="horz" lIns="91440" tIns="45720" rIns="91440" bIns="45720" anchor="ctr"/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“</a:t>
            </a:r>
            <a:r>
              <a: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스마트 칭찬 노트</a:t>
            </a:r>
            <a:r>
              <a:rPr xmlns:mc="http://schemas.openxmlformats.org/markup-compatibility/2006" xmlns:hp="http://schemas.haansoft.com/office/presentation/8.0" kumimoji="0" lang="en-US" altLang="ko-KR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”</a:t>
            </a:r>
            <a:r>
              <a: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 주요 기능</a:t>
            </a:r>
            <a:endPara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<a:solidFill>
                <a:schemeClr val="accent2">
                  <a:lumMod val="75000"/>
                </a:schemeClr>
              </a:solidFill>
              <a:latin typeface="나눔고딕 ExtraBold"/>
              <a:ea typeface="나눔고딕 ExtraBold"/>
            </a:endParaRPr>
          </a:p>
        </p:txBody>
      </p:sp>
      <p:pic>
        <p:nvPicPr>
          <p:cNvPr id="28" name="그림 27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2091918" y="1659466"/>
            <a:ext cx="3872482" cy="4928014"/>
          </a:xfrm>
          <a:prstGeom prst="rect">
            <a:avLst/>
          </a:prstGeom>
          <a:ln>
            <a:solidFill>
              <a:schemeClr val="dk1"/>
            </a:solidFill>
          </a:ln>
        </p:spPr>
      </p:pic>
      <p:sp>
        <p:nvSpPr>
          <p:cNvPr id="29" name="제목 1"/>
          <p:cNvSpPr/>
          <p:nvPr/>
        </p:nvSpPr>
        <p:spPr>
          <a:xfrm>
            <a:off x="609601" y="829733"/>
            <a:ext cx="10972798" cy="750093"/>
          </a:xfrm>
          <a:prstGeom prst="rect">
            <a:avLst/>
          </a:prstGeom>
        </p:spPr>
        <p:txBody>
          <a:bodyPr vert="horz" lIns="91440" tIns="45720" rIns="91440" bIns="45720" anchor="ctr"/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3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1.</a:t>
            </a:r>
            <a:r>
              <a:rPr xmlns:mc="http://schemas.openxmlformats.org/markup-compatibility/2006" xmlns:hp="http://schemas.haansoft.com/office/presentation/8.0" kumimoji="0" lang="ko-KR" altLang="en-US" sz="3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 학생별 회원 가입 및 로그인</a:t>
            </a:r>
            <a:endParaRPr xmlns:mc="http://schemas.openxmlformats.org/markup-compatibility/2006" xmlns:hp="http://schemas.haansoft.com/office/presentation/8.0" kumimoji="0" lang="ko-KR" altLang="en-US" sz="3000" b="0" i="0" u="none" strike="noStrike" kern="1200" cap="none" spc="0" normalizeH="0" baseline="0" mc:Ignorable="hp" hp:hslEmbossed="0">
              <a:solidFill>
                <a:schemeClr val="dk1"/>
              </a:solidFill>
              <a:latin typeface="나눔고딕 ExtraBold"/>
              <a:ea typeface="나눔고딕 ExtraBold"/>
            </a:endParaRPr>
          </a:p>
        </p:txBody>
      </p:sp>
      <p:pic>
        <p:nvPicPr>
          <p:cNvPr id="30" name="그림 29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7160950" y="1564512"/>
            <a:ext cx="3288766" cy="5022968"/>
          </a:xfrm>
          <a:prstGeom prst="rect">
            <a:avLst/>
          </a:prstGeom>
          <a:ln>
            <a:solidFill>
              <a:schemeClr val="dk1"/>
            </a:solidFill>
          </a:ln>
        </p:spPr>
      </p:pic>
    </p:spTree>
    <p:extLst>
      <p:ext uri="{BB962C8B-B14F-4D97-AF65-F5344CB8AC3E}">
        <p14:creationId xmlns:p14="http://schemas.microsoft.com/office/powerpoint/2010/main" val="513828607"/>
      </p:ext>
    </p:extLst>
  </p:cSld>
  <p:clrMapOvr>
    <a:masterClrMapping/>
  </p:clrMapOvr>
</p:sld>
</file>

<file path=ppt/slides/slide4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1"/>
          <p:cNvSpPr/>
          <p:nvPr/>
        </p:nvSpPr>
        <p:spPr>
          <a:xfrm>
            <a:off x="130969" y="0"/>
            <a:ext cx="10972798" cy="750093"/>
          </a:xfrm>
          <a:prstGeom prst="rect">
            <a:avLst/>
          </a:prstGeom>
        </p:spPr>
        <p:txBody>
          <a:bodyPr vert="horz" lIns="91440" tIns="45720" rIns="91440" bIns="45720" anchor="ctr"/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“</a:t>
            </a:r>
            <a:r>
              <a: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스마트 칭찬 노트</a:t>
            </a:r>
            <a:r>
              <a:rPr xmlns:mc="http://schemas.openxmlformats.org/markup-compatibility/2006" xmlns:hp="http://schemas.haansoft.com/office/presentation/8.0" kumimoji="0" lang="en-US" altLang="ko-KR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”</a:t>
            </a:r>
            <a:r>
              <a: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 주요 기능</a:t>
            </a:r>
            <a:endPara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<a:solidFill>
                <a:schemeClr val="accent2">
                  <a:lumMod val="75000"/>
                </a:schemeClr>
              </a:solidFill>
              <a:latin typeface="나눔고딕 ExtraBold"/>
              <a:ea typeface="나눔고딕 ExtraBold"/>
            </a:endParaRPr>
          </a:p>
        </p:txBody>
      </p:sp>
      <p:sp>
        <p:nvSpPr>
          <p:cNvPr id="29" name="제목 1"/>
          <p:cNvSpPr/>
          <p:nvPr/>
        </p:nvSpPr>
        <p:spPr>
          <a:xfrm>
            <a:off x="609601" y="829733"/>
            <a:ext cx="10972798" cy="750093"/>
          </a:xfrm>
          <a:prstGeom prst="rect">
            <a:avLst/>
          </a:prstGeom>
        </p:spPr>
        <p:txBody>
          <a:bodyPr vert="horz" lIns="91440" tIns="45720" rIns="91440" bIns="45720" anchor="ctr"/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3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2.</a:t>
            </a:r>
            <a:r>
              <a:rPr xmlns:mc="http://schemas.openxmlformats.org/markup-compatibility/2006" xmlns:hp="http://schemas.haansoft.com/office/presentation/8.0" kumimoji="0" lang="ko-KR" altLang="en-US" sz="3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 칭찬 점수에 따라 아바타 및 마이펫 뽑기 기능</a:t>
            </a:r>
            <a:endParaRPr xmlns:mc="http://schemas.openxmlformats.org/markup-compatibility/2006" xmlns:hp="http://schemas.haansoft.com/office/presentation/8.0" kumimoji="0" lang="ko-KR" altLang="en-US" sz="3000" b="0" i="0" u="none" strike="noStrike" kern="1200" cap="none" spc="0" normalizeH="0" baseline="0" mc:Ignorable="hp" hp:hslEmbossed="0">
              <a:solidFill>
                <a:schemeClr val="dk1"/>
              </a:solidFill>
              <a:latin typeface="나눔고딕 ExtraBold"/>
              <a:ea typeface="나눔고딕 ExtraBold"/>
            </a:endParaRPr>
          </a:p>
        </p:txBody>
      </p:sp>
      <p:pic>
        <p:nvPicPr>
          <p:cNvPr id="32" name="그림 31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979350" y="1554099"/>
            <a:ext cx="3563934" cy="5218618"/>
          </a:xfrm>
          <a:prstGeom prst="rect">
            <a:avLst/>
          </a:prstGeom>
          <a:ln>
            <a:solidFill>
              <a:schemeClr val="dk1"/>
            </a:solidFill>
          </a:ln>
        </p:spPr>
      </p:pic>
      <p:pic>
        <p:nvPicPr>
          <p:cNvPr id="33" name="그림 32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6792117" y="1546399"/>
            <a:ext cx="3615583" cy="5250128"/>
          </a:xfrm>
          <a:prstGeom prst="rect">
            <a:avLst/>
          </a:prstGeom>
          <a:ln>
            <a:solidFill>
              <a:schemeClr val="dk1"/>
            </a:solidFill>
          </a:ln>
        </p:spPr>
      </p:pic>
    </p:spTree>
    <p:extLst>
      <p:ext uri="{BB962C8B-B14F-4D97-AF65-F5344CB8AC3E}">
        <p14:creationId xmlns:p14="http://schemas.microsoft.com/office/powerpoint/2010/main" val="3349696041"/>
      </p:ext>
    </p:extLst>
  </p:cSld>
  <p:clrMapOvr>
    <a:masterClrMapping/>
  </p:clrMapOvr>
</p:sld>
</file>

<file path=ppt/slides/slide4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1"/>
          <p:cNvSpPr/>
          <p:nvPr/>
        </p:nvSpPr>
        <p:spPr>
          <a:xfrm>
            <a:off x="130969" y="0"/>
            <a:ext cx="10972798" cy="750093"/>
          </a:xfrm>
          <a:prstGeom prst="rect">
            <a:avLst/>
          </a:prstGeom>
        </p:spPr>
        <p:txBody>
          <a:bodyPr vert="horz" lIns="91440" tIns="45720" rIns="91440" bIns="45720" anchor="ctr"/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“</a:t>
            </a:r>
            <a:r>
              <a: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스마트 칭찬 노트</a:t>
            </a:r>
            <a:r>
              <a:rPr xmlns:mc="http://schemas.openxmlformats.org/markup-compatibility/2006" xmlns:hp="http://schemas.haansoft.com/office/presentation/8.0" kumimoji="0" lang="en-US" altLang="ko-KR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”</a:t>
            </a:r>
            <a:r>
              <a: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 주요 기능</a:t>
            </a:r>
            <a:endPara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<a:solidFill>
                <a:schemeClr val="accent2">
                  <a:lumMod val="75000"/>
                </a:schemeClr>
              </a:solidFill>
              <a:latin typeface="나눔고딕 ExtraBold"/>
              <a:ea typeface="나눔고딕 ExtraBold"/>
            </a:endParaRPr>
          </a:p>
        </p:txBody>
      </p:sp>
      <p:sp>
        <p:nvSpPr>
          <p:cNvPr id="29" name="제목 1"/>
          <p:cNvSpPr/>
          <p:nvPr/>
        </p:nvSpPr>
        <p:spPr>
          <a:xfrm>
            <a:off x="609601" y="829733"/>
            <a:ext cx="10972798" cy="750093"/>
          </a:xfrm>
          <a:prstGeom prst="rect">
            <a:avLst/>
          </a:prstGeom>
        </p:spPr>
        <p:txBody>
          <a:bodyPr vert="horz" lIns="91440" tIns="45720" rIns="91440" bIns="45720" anchor="ctr"/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3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3.</a:t>
            </a:r>
            <a:r>
              <a:rPr xmlns:mc="http://schemas.openxmlformats.org/markup-compatibility/2006" xmlns:hp="http://schemas.haansoft.com/office/presentation/8.0" kumimoji="0" lang="ko-KR" altLang="en-US" sz="3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 교사용 대시보드 구현</a:t>
            </a:r>
            <a:endParaRPr xmlns:mc="http://schemas.openxmlformats.org/markup-compatibility/2006" xmlns:hp="http://schemas.haansoft.com/office/presentation/8.0" kumimoji="0" lang="ko-KR" altLang="en-US" sz="3000" b="0" i="0" u="none" strike="noStrike" kern="1200" cap="none" spc="0" normalizeH="0" baseline="0" mc:Ignorable="hp" hp:hslEmbossed="0">
              <a:solidFill>
                <a:schemeClr val="dk1"/>
              </a:solidFill>
              <a:latin typeface="나눔고딕 ExtraBold"/>
              <a:ea typeface="나눔고딕 ExtraBold"/>
            </a:endParaRPr>
          </a:p>
        </p:txBody>
      </p:sp>
      <p:pic>
        <p:nvPicPr>
          <p:cNvPr id="34" name="그림 33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82923" y="1579826"/>
            <a:ext cx="10308976" cy="5122383"/>
          </a:xfrm>
          <a:prstGeom prst="rect">
            <a:avLst/>
          </a:prstGeom>
          <a:ln>
            <a:solidFill>
              <a:schemeClr val="dk1"/>
            </a:solidFill>
          </a:ln>
        </p:spPr>
      </p:pic>
    </p:spTree>
    <p:extLst>
      <p:ext uri="{BB962C8B-B14F-4D97-AF65-F5344CB8AC3E}">
        <p14:creationId xmlns:p14="http://schemas.microsoft.com/office/powerpoint/2010/main" val="2187543645"/>
      </p:ext>
    </p:extLst>
  </p:cSld>
  <p:clrMapOvr>
    <a:masterClrMapping/>
  </p:clrMapOvr>
</p:sld>
</file>

<file path=ppt/slides/slide4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1"/>
          <p:cNvSpPr/>
          <p:nvPr/>
        </p:nvSpPr>
        <p:spPr>
          <a:xfrm>
            <a:off x="130969" y="0"/>
            <a:ext cx="10972798" cy="750093"/>
          </a:xfrm>
          <a:prstGeom prst="rect">
            <a:avLst/>
          </a:prstGeom>
        </p:spPr>
        <p:txBody>
          <a:bodyPr vert="horz" lIns="91440" tIns="45720" rIns="91440" bIns="45720" anchor="ctr"/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“</a:t>
            </a:r>
            <a:r>
              <a: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스마트 칭찬 노트</a:t>
            </a:r>
            <a:r>
              <a:rPr xmlns:mc="http://schemas.openxmlformats.org/markup-compatibility/2006" xmlns:hp="http://schemas.haansoft.com/office/presentation/8.0" kumimoji="0" lang="en-US" altLang="ko-KR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”</a:t>
            </a:r>
            <a:r>
              <a: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 주요 기능</a:t>
            </a:r>
            <a:endPara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<a:solidFill>
                <a:schemeClr val="accent2">
                  <a:lumMod val="75000"/>
                </a:schemeClr>
              </a:solidFill>
              <a:latin typeface="나눔고딕 ExtraBold"/>
              <a:ea typeface="나눔고딕 ExtraBold"/>
            </a:endParaRPr>
          </a:p>
        </p:txBody>
      </p:sp>
      <p:sp>
        <p:nvSpPr>
          <p:cNvPr id="29" name="제목 1"/>
          <p:cNvSpPr/>
          <p:nvPr/>
        </p:nvSpPr>
        <p:spPr>
          <a:xfrm>
            <a:off x="609601" y="829733"/>
            <a:ext cx="10972798" cy="750093"/>
          </a:xfrm>
          <a:prstGeom prst="rect">
            <a:avLst/>
          </a:prstGeom>
        </p:spPr>
        <p:txBody>
          <a:bodyPr vert="horz" lIns="91440" tIns="45720" rIns="91440" bIns="45720" anchor="ctr"/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3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4.</a:t>
            </a:r>
            <a:r>
              <a:rPr xmlns:mc="http://schemas.openxmlformats.org/markup-compatibility/2006" xmlns:hp="http://schemas.haansoft.com/office/presentation/8.0" kumimoji="0" lang="ko-KR" altLang="en-US" sz="3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sz="3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Supabase</a:t>
            </a:r>
            <a:r>
              <a:rPr xmlns:mc="http://schemas.openxmlformats.org/markup-compatibility/2006" xmlns:hp="http://schemas.haansoft.com/office/presentation/8.0" kumimoji="0" lang="ko-KR" altLang="en-US" sz="3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를 이용한 </a:t>
            </a:r>
            <a:r>
              <a:rPr xmlns:mc="http://schemas.openxmlformats.org/markup-compatibility/2006" xmlns:hp="http://schemas.haansoft.com/office/presentation/8.0" kumimoji="0" lang="en-US" altLang="ko-KR" sz="3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DB </a:t>
            </a:r>
            <a:r>
              <a:rPr xmlns:mc="http://schemas.openxmlformats.org/markup-compatibility/2006" xmlns:hp="http://schemas.haansoft.com/office/presentation/8.0" kumimoji="0" lang="ko-KR" altLang="en-US" sz="3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운영</a:t>
            </a:r>
            <a:endParaRPr xmlns:mc="http://schemas.openxmlformats.org/markup-compatibility/2006" xmlns:hp="http://schemas.haansoft.com/office/presentation/8.0" kumimoji="0" lang="ko-KR" altLang="en-US" sz="3000" b="0" i="0" u="none" strike="noStrike" kern="1200" cap="none" spc="0" normalizeH="0" baseline="0" mc:Ignorable="hp" hp:hslEmbossed="0">
              <a:solidFill>
                <a:schemeClr val="dk1"/>
              </a:solidFill>
              <a:latin typeface="나눔고딕 ExtraBold"/>
              <a:ea typeface="나눔고딕 ExtraBold"/>
            </a:endParaRPr>
          </a:p>
        </p:txBody>
      </p:sp>
      <p:pic>
        <p:nvPicPr>
          <p:cNvPr id="31" name="그림 30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364310" y="1733550"/>
            <a:ext cx="11463380" cy="4832993"/>
          </a:xfrm>
          <a:prstGeom prst="rect">
            <a:avLst/>
          </a:prstGeom>
          <a:ln>
            <a:solidFill>
              <a:schemeClr val="dk1"/>
            </a:solidFill>
          </a:ln>
        </p:spPr>
      </p:pic>
    </p:spTree>
    <p:extLst>
      <p:ext uri="{BB962C8B-B14F-4D97-AF65-F5344CB8AC3E}">
        <p14:creationId xmlns:p14="http://schemas.microsoft.com/office/powerpoint/2010/main" val="2783241750"/>
      </p:ext>
    </p:extLst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상승">
  <a:themeElements>
    <a:clrScheme name="상승">
      <a:dk1>
        <a:srgbClr val="000000"/>
      </a:dk1>
      <a:lt1>
        <a:srgbClr val="ffffff"/>
      </a:lt1>
      <a:dk2>
        <a:srgbClr val="031f57"/>
      </a:dk2>
      <a:lt2>
        <a:srgbClr val="d7f5ff"/>
      </a:lt2>
      <a:accent1>
        <a:srgbClr val="063879"/>
      </a:accent1>
      <a:accent2>
        <a:srgbClr val="5b9ef7"/>
      </a:accent2>
      <a:accent3>
        <a:srgbClr val="008dbb"/>
      </a:accent3>
      <a:accent4>
        <a:srgbClr val="37cfff"/>
      </a:accent4>
      <a:accent5>
        <a:srgbClr val="cbd2d7"/>
      </a:accent5>
      <a:accent6>
        <a:srgbClr val="5c6e7a"/>
      </a:accent6>
      <a:hlink>
        <a:srgbClr val="4a45ff"/>
      </a:hlink>
      <a:folHlink>
        <a:srgbClr val="be27bb"/>
      </a:folHlink>
    </a:clrScheme>
    <a:fontScheme name="상승">
      <a:majorFont>
        <a:latin typeface="Tahoma"/>
        <a:ea typeface=""/>
        <a:cs typeface=""/>
        <a:font script="Jpan" typeface="MS PGothic"/>
        <a:font script="Hang" typeface="한컴 윤고딕 240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Tahoma"/>
        <a:ea typeface=""/>
        <a:cs typeface=""/>
        <a:font script="Jpan" typeface="MS PGothic"/>
        <a:font script="Hang" typeface="함초롬돋움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상승">
      <a:fillStyleLst>
        <a:gradFill rotWithShape="1">
          <a:gsLst>
            <a:gs pos="0">
              <a:schemeClr val="phClr"/>
            </a:gs>
            <a:gs pos="100000">
              <a:schemeClr val="phClr">
                <a:tint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60000"/>
                <a:satMod val="300000"/>
              </a:schemeClr>
            </a:gs>
            <a:gs pos="35000">
              <a:schemeClr val="phClr">
                <a:tint val="40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tint val="100000"/>
                <a:shade val="90000"/>
                <a:satMod val="160000"/>
              </a:schemeClr>
            </a:gs>
          </a:gsLst>
          <a:lin ang="16200000" scaled="0"/>
        </a:gradFill>
      </a:fillStyleLst>
      <a:lnStyleLst>
        <a:ln w="15875" cap="sq" cmpd="dbl" algn="ctr">
          <a:solidFill>
            <a:schemeClr val="phClr">
              <a:shade val="95000"/>
              <a:satMod val="105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  <a:effectStyle>
          <a:effectLst>
            <a:innerShdw blurRad="508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70000"/>
                <a:shade val="90000"/>
                <a:satMod val="100000"/>
              </a:schemeClr>
            </a:gs>
            <a:gs pos="60000">
              <a:schemeClr val="phClr">
                <a:tint val="90000"/>
                <a:shade val="80000"/>
                <a:satMod val="100000"/>
              </a:schemeClr>
            </a:gs>
            <a:gs pos="100000">
              <a:schemeClr val="phClr">
                <a:tint val="100000"/>
                <a:shade val="80000"/>
                <a:alpha val="100000"/>
                <a:satMod val="100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100000"/>
              </a:schemeClr>
            </a:gs>
            <a:gs pos="45000">
              <a:schemeClr val="phClr">
                <a:tint val="80000"/>
                <a:shade val="80000"/>
                <a:alpha val="100000"/>
                <a:hueMod val="100000"/>
                <a:satMod val="100000"/>
              </a:schemeClr>
            </a:gs>
            <a:gs pos="100000">
              <a:schemeClr val="phClr">
                <a:tint val="100000"/>
                <a:shade val="80000"/>
                <a:alpha val="100000"/>
                <a:hueMod val="100000"/>
                <a:satMod val="100000"/>
                <a:lumMod val="100000"/>
              </a:schemeClr>
            </a:gs>
          </a:gsLst>
          <a:lin ang="2820000" scaled="0"/>
        </a:gradFill>
      </a:bgFillStyleLst>
    </a:fmtScheme>
  </a:themeElements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4a45ff"/>
      </a:hlink>
      <a:folHlink>
        <a:srgbClr val="be27bb"/>
      </a:folHlink>
    </a:clrScheme>
    <a:fontScheme name="한컴오피스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551</ep:Words>
  <ep:PresentationFormat>화면 슬라이드 쇼(4:3)</ep:PresentationFormat>
  <ep:Paragraphs>180</ep:Paragraphs>
  <ep:Slides>48</ep:Slides>
  <ep:Notes>0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48</vt:i4>
      </vt:variant>
    </vt:vector>
  </ep:HeadingPairs>
  <ep:TitlesOfParts>
    <vt:vector size="49" baseType="lpstr">
      <vt:lpstr>상승</vt:lpstr>
      <vt:lpstr>바이브 코딩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  <vt:lpstr>슬라이드 12</vt:lpstr>
      <vt:lpstr>슬라이드 13</vt:lpstr>
      <vt:lpstr>슬라이드 14</vt:lpstr>
      <vt:lpstr>슬라이드 15</vt:lpstr>
      <vt:lpstr>슬라이드 16</vt:lpstr>
      <vt:lpstr>슬라이드 17</vt:lpstr>
      <vt:lpstr>슬라이드 18</vt:lpstr>
      <vt:lpstr>슬라이드 19</vt:lpstr>
      <vt:lpstr>슬라이드 20</vt:lpstr>
      <vt:lpstr>슬라이드 21</vt:lpstr>
      <vt:lpstr>슬라이드 22</vt:lpstr>
      <vt:lpstr>슬라이드 23</vt:lpstr>
      <vt:lpstr>슬라이드 24</vt:lpstr>
      <vt:lpstr>슬라이드 25</vt:lpstr>
      <vt:lpstr>슬라이드 26</vt:lpstr>
      <vt:lpstr>슬라이드 27</vt:lpstr>
      <vt:lpstr>슬라이드 28</vt:lpstr>
      <vt:lpstr>슬라이드 29</vt:lpstr>
      <vt:lpstr>슬라이드 30</vt:lpstr>
      <vt:lpstr>슬라이드 31</vt:lpstr>
      <vt:lpstr>슬라이드 32</vt:lpstr>
      <vt:lpstr>슬라이드 33</vt:lpstr>
      <vt:lpstr>슬라이드 34</vt:lpstr>
      <vt:lpstr>슬라이드 35</vt:lpstr>
      <vt:lpstr>슬라이드 36</vt:lpstr>
      <vt:lpstr>슬라이드 37</vt:lpstr>
      <vt:lpstr>슬라이드 38</vt:lpstr>
      <vt:lpstr>슬라이드 39</vt:lpstr>
      <vt:lpstr>슬라이드 40</vt:lpstr>
      <vt:lpstr>슬라이드 41</vt:lpstr>
      <vt:lpstr>슬라이드 42</vt:lpstr>
      <vt:lpstr>슬라이드 43</vt:lpstr>
      <vt:lpstr>슬라이드 44</vt:lpstr>
      <vt:lpstr>슬라이드 45</vt:lpstr>
      <vt:lpstr>슬라이드 46</vt:lpstr>
      <vt:lpstr>슬라이드 47</vt:lpstr>
      <vt:lpstr>슬라이드 48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2026-06-29T06:20:31.242</dcterms:created>
  <dc:creator>user</dc:creator>
  <cp:lastModifiedBy>user</cp:lastModifiedBy>
  <dcterms:modified xsi:type="dcterms:W3CDTF">2026-07-14T06:41:01.475</dcterms:modified>
  <cp:revision>112</cp:revision>
  <dc:title>바이브 코딩</dc:title>
  <cp:version>13.0.0.1408</cp:version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